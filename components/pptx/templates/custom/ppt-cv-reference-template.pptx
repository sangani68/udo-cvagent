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5"/>
  </p:sldMasterIdLst>
  <p:notesMasterIdLst>
    <p:notesMasterId r:id="rId8"/>
  </p:notesMasterIdLst>
  <p:handoutMasterIdLst>
    <p:handoutMasterId r:id="rId9"/>
  </p:handoutMasterIdLst>
  <p:sldIdLst>
    <p:sldId id="256" r:id="rId6"/>
    <p:sldId id="257" r:id="rId7"/>
  </p:sldIdLst>
  <p:sldSz cx="7559675" cy="10691813"/>
  <p:notesSz cx="6858000" cy="9144000"/>
  <p:defaultTextStyle>
    <a:defPPr>
      <a:defRPr lang="en-US"/>
    </a:defPPr>
    <a:lvl1pPr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1pPr>
    <a:lvl2pPr marL="292100" indent="165100"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2pPr>
    <a:lvl3pPr marL="585788" indent="328613"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3pPr>
    <a:lvl4pPr marL="879475" indent="4921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4pPr>
    <a:lvl5pPr marL="1171575" indent="657225" algn="l" defTabSz="585788" rtl="0" eaLnBrk="0" fontAlgn="base" hangingPunct="0">
      <a:spcBef>
        <a:spcPct val="0"/>
      </a:spcBef>
      <a:spcAft>
        <a:spcPct val="0"/>
      </a:spcAft>
      <a:defRPr sz="1100" kern="1200">
        <a:solidFill>
          <a:schemeClr val="tx1"/>
        </a:solidFill>
        <a:latin typeface="Calibri" panose="020F0502020204030204" pitchFamily="34" charset="0"/>
        <a:ea typeface="+mn-ea"/>
        <a:cs typeface="+mn-cs"/>
      </a:defRPr>
    </a:lvl5pPr>
    <a:lvl6pPr marL="2286000" algn="l" defTabSz="914400" rtl="0" eaLnBrk="1" latinLnBrk="0" hangingPunct="1">
      <a:defRPr sz="1100" kern="1200">
        <a:solidFill>
          <a:schemeClr val="tx1"/>
        </a:solidFill>
        <a:latin typeface="Calibri" panose="020F0502020204030204" pitchFamily="34" charset="0"/>
        <a:ea typeface="+mn-ea"/>
        <a:cs typeface="+mn-cs"/>
      </a:defRPr>
    </a:lvl6pPr>
    <a:lvl7pPr marL="2743200" algn="l" defTabSz="914400" rtl="0" eaLnBrk="1" latinLnBrk="0" hangingPunct="1">
      <a:defRPr sz="1100" kern="1200">
        <a:solidFill>
          <a:schemeClr val="tx1"/>
        </a:solidFill>
        <a:latin typeface="Calibri" panose="020F0502020204030204" pitchFamily="34" charset="0"/>
        <a:ea typeface="+mn-ea"/>
        <a:cs typeface="+mn-cs"/>
      </a:defRPr>
    </a:lvl7pPr>
    <a:lvl8pPr marL="3200400" algn="l" defTabSz="914400" rtl="0" eaLnBrk="1" latinLnBrk="0" hangingPunct="1">
      <a:defRPr sz="1100" kern="1200">
        <a:solidFill>
          <a:schemeClr val="tx1"/>
        </a:solidFill>
        <a:latin typeface="Calibri" panose="020F0502020204030204" pitchFamily="34" charset="0"/>
        <a:ea typeface="+mn-ea"/>
        <a:cs typeface="+mn-cs"/>
      </a:defRPr>
    </a:lvl8pPr>
    <a:lvl9pPr marL="3657600" algn="l" defTabSz="914400" rtl="0" eaLnBrk="1" latinLnBrk="0" hangingPunct="1">
      <a:defRPr sz="1100"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3368">
          <p15:clr>
            <a:srgbClr val="A4A3A4"/>
          </p15:clr>
        </p15:guide>
        <p15:guide id="2" pos="238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autoAdjust="0"/>
    <p:restoredTop sz="94660" autoAdjust="0"/>
  </p:normalViewPr>
  <p:slideViewPr>
    <p:cSldViewPr snapToGrid="0">
      <p:cViewPr varScale="1">
        <p:scale>
          <a:sx n="133" d="100"/>
          <a:sy n="133" d="100"/>
        </p:scale>
        <p:origin x="1512" y="224"/>
      </p:cViewPr>
      <p:guideLst>
        <p:guide orient="horz" pos="3368"/>
        <p:guide pos="238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331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D078166-18E2-6D1E-D084-94A52F6C14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315487EF-1A4E-C8C7-D042-5EDE83CF45D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AC101F11-69DB-784F-9E2B-2C63AA2B1BF2}" type="datetimeFigureOut">
              <a:rPr lang="en-US"/>
              <a:pPr>
                <a:defRPr/>
              </a:pPr>
              <a:t>9/22/25</a:t>
            </a:fld>
            <a:endParaRPr lang="en-US" dirty="0"/>
          </a:p>
        </p:txBody>
      </p:sp>
      <p:sp>
        <p:nvSpPr>
          <p:cNvPr id="4" name="Footer Placeholder 3">
            <a:extLst>
              <a:ext uri="{FF2B5EF4-FFF2-40B4-BE49-F238E27FC236}">
                <a16:creationId xmlns:a16="http://schemas.microsoft.com/office/drawing/2014/main" id="{7026D368-362C-4DCB-00C3-A81AD4FAC9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7C1477A0-EFD9-3C04-A606-CE8FD6DB2272}"/>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6D56617-9A36-BE42-A0FB-432DF25B28F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F0D1E-E0D1-DD62-9F18-487993926B8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defTabSz="586552"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C760384B-7222-5A5B-8AC6-F7AFD0F9D8C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defTabSz="586552" eaLnBrk="1" fontAlgn="auto" hangingPunct="1">
              <a:spcBef>
                <a:spcPts val="0"/>
              </a:spcBef>
              <a:spcAft>
                <a:spcPts val="0"/>
              </a:spcAft>
              <a:defRPr sz="1200">
                <a:latin typeface="+mn-lt"/>
              </a:defRPr>
            </a:lvl1pPr>
          </a:lstStyle>
          <a:p>
            <a:pPr>
              <a:defRPr/>
            </a:pPr>
            <a:fld id="{AE4F003D-43CF-6D46-89A6-877E868A6DC8}" type="datetimeFigureOut">
              <a:rPr lang="en-US"/>
              <a:pPr>
                <a:defRPr/>
              </a:pPr>
              <a:t>9/22/25</a:t>
            </a:fld>
            <a:endParaRPr lang="en-US" dirty="0"/>
          </a:p>
        </p:txBody>
      </p:sp>
      <p:sp>
        <p:nvSpPr>
          <p:cNvPr id="4" name="Slide Image Placeholder 3">
            <a:extLst>
              <a:ext uri="{FF2B5EF4-FFF2-40B4-BE49-F238E27FC236}">
                <a16:creationId xmlns:a16="http://schemas.microsoft.com/office/drawing/2014/main" id="{5C18A66A-DE73-9727-04AB-E0FE4174EFB5}"/>
              </a:ext>
            </a:extLst>
          </p:cNvPr>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15E0B177-886A-21F2-9FF9-E9354D82CFAF}"/>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51E2EBF-8F54-D42A-90A9-BE1B70F4B88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defTabSz="586552"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59EEAE60-569F-37A9-E785-556A8DD4FD1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1433249-5AB3-4E45-BCAB-717C9CF0863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585788" rtl="0" eaLnBrk="0" fontAlgn="base" hangingPunct="0">
      <a:spcBef>
        <a:spcPct val="30000"/>
      </a:spcBef>
      <a:spcAft>
        <a:spcPct val="0"/>
      </a:spcAft>
      <a:defRPr sz="700" kern="1200">
        <a:solidFill>
          <a:schemeClr val="tx1"/>
        </a:solidFill>
        <a:latin typeface="+mn-lt"/>
        <a:ea typeface="+mn-ea"/>
        <a:cs typeface="+mn-cs"/>
      </a:defRPr>
    </a:lvl1pPr>
    <a:lvl2pPr marL="292100" algn="l" defTabSz="585788" rtl="0" eaLnBrk="0" fontAlgn="base" hangingPunct="0">
      <a:spcBef>
        <a:spcPct val="30000"/>
      </a:spcBef>
      <a:spcAft>
        <a:spcPct val="0"/>
      </a:spcAft>
      <a:defRPr sz="700" kern="1200">
        <a:solidFill>
          <a:schemeClr val="tx1"/>
        </a:solidFill>
        <a:latin typeface="+mn-lt"/>
        <a:ea typeface="+mn-ea"/>
        <a:cs typeface="+mn-cs"/>
      </a:defRPr>
    </a:lvl2pPr>
    <a:lvl3pPr marL="585788" algn="l" defTabSz="585788" rtl="0" eaLnBrk="0" fontAlgn="base" hangingPunct="0">
      <a:spcBef>
        <a:spcPct val="30000"/>
      </a:spcBef>
      <a:spcAft>
        <a:spcPct val="0"/>
      </a:spcAft>
      <a:defRPr sz="700" kern="1200">
        <a:solidFill>
          <a:schemeClr val="tx1"/>
        </a:solidFill>
        <a:latin typeface="+mn-lt"/>
        <a:ea typeface="+mn-ea"/>
        <a:cs typeface="+mn-cs"/>
      </a:defRPr>
    </a:lvl3pPr>
    <a:lvl4pPr marL="879475" algn="l" defTabSz="585788" rtl="0" eaLnBrk="0" fontAlgn="base" hangingPunct="0">
      <a:spcBef>
        <a:spcPct val="30000"/>
      </a:spcBef>
      <a:spcAft>
        <a:spcPct val="0"/>
      </a:spcAft>
      <a:defRPr sz="700" kern="1200">
        <a:solidFill>
          <a:schemeClr val="tx1"/>
        </a:solidFill>
        <a:latin typeface="+mn-lt"/>
        <a:ea typeface="+mn-ea"/>
        <a:cs typeface="+mn-cs"/>
      </a:defRPr>
    </a:lvl4pPr>
    <a:lvl5pPr marL="1171575" algn="l" defTabSz="585788" rtl="0" eaLnBrk="0" fontAlgn="base" hangingPunct="0">
      <a:spcBef>
        <a:spcPct val="30000"/>
      </a:spcBef>
      <a:spcAft>
        <a:spcPct val="0"/>
      </a:spcAft>
      <a:defRPr sz="700" kern="1200">
        <a:solidFill>
          <a:schemeClr val="tx1"/>
        </a:solidFill>
        <a:latin typeface="+mn-lt"/>
        <a:ea typeface="+mn-ea"/>
        <a:cs typeface="+mn-cs"/>
      </a:defRPr>
    </a:lvl5pPr>
    <a:lvl6pPr marL="1466382" algn="l" defTabSz="586552" rtl="0" eaLnBrk="1" latinLnBrk="0" hangingPunct="1">
      <a:defRPr sz="770" kern="1200">
        <a:solidFill>
          <a:schemeClr val="tx1"/>
        </a:solidFill>
        <a:latin typeface="+mn-lt"/>
        <a:ea typeface="+mn-ea"/>
        <a:cs typeface="+mn-cs"/>
      </a:defRPr>
    </a:lvl6pPr>
    <a:lvl7pPr marL="1759658" algn="l" defTabSz="586552" rtl="0" eaLnBrk="1" latinLnBrk="0" hangingPunct="1">
      <a:defRPr sz="770" kern="1200">
        <a:solidFill>
          <a:schemeClr val="tx1"/>
        </a:solidFill>
        <a:latin typeface="+mn-lt"/>
        <a:ea typeface="+mn-ea"/>
        <a:cs typeface="+mn-cs"/>
      </a:defRPr>
    </a:lvl7pPr>
    <a:lvl8pPr marL="2052935" algn="l" defTabSz="586552" rtl="0" eaLnBrk="1" latinLnBrk="0" hangingPunct="1">
      <a:defRPr sz="770" kern="1200">
        <a:solidFill>
          <a:schemeClr val="tx1"/>
        </a:solidFill>
        <a:latin typeface="+mn-lt"/>
        <a:ea typeface="+mn-ea"/>
        <a:cs typeface="+mn-cs"/>
      </a:defRPr>
    </a:lvl8pPr>
    <a:lvl9pPr marL="2346212" algn="l" defTabSz="586552" rtl="0" eaLnBrk="1" latinLnBrk="0" hangingPunct="1">
      <a:defRPr sz="77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19F54A07-7817-6B55-BDD0-52DA0289CB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6613612-9E83-A86C-C369-9E8A415273BC}"/>
              </a:ext>
            </a:extLst>
          </p:cNvPr>
          <p:cNvSpPr>
            <a:spLocks noGrp="1"/>
          </p:cNvSpPr>
          <p:nvPr>
            <p:ph type="body" idx="1"/>
          </p:nvPr>
        </p:nvSpPr>
        <p:spPr/>
        <p:txBody>
          <a:bodyPr/>
          <a:lstStyle/>
          <a:p>
            <a:pPr defTabSz="586552" eaLnBrk="1" fontAlgn="auto" hangingPunct="1">
              <a:spcBef>
                <a:spcPts val="0"/>
              </a:spcBef>
              <a:spcAft>
                <a:spcPts val="0"/>
              </a:spcAft>
              <a:defRPr/>
            </a:pPr>
            <a:endParaRPr lang="en-US" sz="770" dirty="0"/>
          </a:p>
        </p:txBody>
      </p:sp>
      <p:sp>
        <p:nvSpPr>
          <p:cNvPr id="5124" name="Slide Number Placeholder 3">
            <a:extLst>
              <a:ext uri="{FF2B5EF4-FFF2-40B4-BE49-F238E27FC236}">
                <a16:creationId xmlns:a16="http://schemas.microsoft.com/office/drawing/2014/main" id="{F4573C66-229A-A00B-9F92-43888242B6E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a:solidFill>
                  <a:schemeClr val="tx1"/>
                </a:solidFill>
                <a:latin typeface="Calibri" panose="020F0502020204030204" pitchFamily="34" charset="0"/>
              </a:defRPr>
            </a:lvl1pPr>
            <a:lvl2pPr marL="742950" indent="-285750">
              <a:defRPr sz="1100">
                <a:solidFill>
                  <a:schemeClr val="tx1"/>
                </a:solidFill>
                <a:latin typeface="Calibri" panose="020F0502020204030204" pitchFamily="34" charset="0"/>
              </a:defRPr>
            </a:lvl2pPr>
            <a:lvl3pPr marL="1143000" indent="-228600">
              <a:defRPr sz="1100">
                <a:solidFill>
                  <a:schemeClr val="tx1"/>
                </a:solidFill>
                <a:latin typeface="Calibri" panose="020F0502020204030204" pitchFamily="34" charset="0"/>
              </a:defRPr>
            </a:lvl3pPr>
            <a:lvl4pPr marL="1600200" indent="-228600">
              <a:defRPr sz="1100">
                <a:solidFill>
                  <a:schemeClr val="tx1"/>
                </a:solidFill>
                <a:latin typeface="Calibri" panose="020F0502020204030204" pitchFamily="34" charset="0"/>
              </a:defRPr>
            </a:lvl4pPr>
            <a:lvl5pPr marL="2057400" indent="-228600">
              <a:defRPr sz="1100">
                <a:solidFill>
                  <a:schemeClr val="tx1"/>
                </a:solidFill>
                <a:latin typeface="Calibri" panose="020F0502020204030204" pitchFamily="34" charset="0"/>
              </a:defRPr>
            </a:lvl5pPr>
            <a:lvl6pPr marL="2514600" indent="-228600" defTabSz="585788" eaLnBrk="0" fontAlgn="base" hangingPunct="0">
              <a:spcBef>
                <a:spcPct val="0"/>
              </a:spcBef>
              <a:spcAft>
                <a:spcPct val="0"/>
              </a:spcAft>
              <a:defRPr sz="1100">
                <a:solidFill>
                  <a:schemeClr val="tx1"/>
                </a:solidFill>
                <a:latin typeface="Calibri" panose="020F0502020204030204" pitchFamily="34" charset="0"/>
              </a:defRPr>
            </a:lvl6pPr>
            <a:lvl7pPr marL="2971800" indent="-228600" defTabSz="585788" eaLnBrk="0" fontAlgn="base" hangingPunct="0">
              <a:spcBef>
                <a:spcPct val="0"/>
              </a:spcBef>
              <a:spcAft>
                <a:spcPct val="0"/>
              </a:spcAft>
              <a:defRPr sz="1100">
                <a:solidFill>
                  <a:schemeClr val="tx1"/>
                </a:solidFill>
                <a:latin typeface="Calibri" panose="020F0502020204030204" pitchFamily="34" charset="0"/>
              </a:defRPr>
            </a:lvl7pPr>
            <a:lvl8pPr marL="3429000" indent="-228600" defTabSz="585788" eaLnBrk="0" fontAlgn="base" hangingPunct="0">
              <a:spcBef>
                <a:spcPct val="0"/>
              </a:spcBef>
              <a:spcAft>
                <a:spcPct val="0"/>
              </a:spcAft>
              <a:defRPr sz="1100">
                <a:solidFill>
                  <a:schemeClr val="tx1"/>
                </a:solidFill>
                <a:latin typeface="Calibri" panose="020F0502020204030204" pitchFamily="34" charset="0"/>
              </a:defRPr>
            </a:lvl8pPr>
            <a:lvl9pPr marL="3886200" indent="-228600" defTabSz="585788" eaLnBrk="0" fontAlgn="base" hangingPunct="0">
              <a:spcBef>
                <a:spcPct val="0"/>
              </a:spcBef>
              <a:spcAft>
                <a:spcPct val="0"/>
              </a:spcAft>
              <a:defRPr sz="1100">
                <a:solidFill>
                  <a:schemeClr val="tx1"/>
                </a:solidFill>
                <a:latin typeface="Calibri" panose="020F0502020204030204" pitchFamily="34" charset="0"/>
              </a:defRPr>
            </a:lvl9pPr>
          </a:lstStyle>
          <a:p>
            <a:fld id="{DC9783E7-ACBB-6641-BAF5-6BE6FCECED3F}" type="slidenum">
              <a:rPr lang="en-US" altLang="en-US" sz="1200" smtClean="0"/>
              <a:pPr/>
              <a:t>1</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F8F3D97B-C47D-2494-033F-59EF56A838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27400E2-E8D1-136B-B857-EDCE5B116863}"/>
              </a:ext>
            </a:extLst>
          </p:cNvPr>
          <p:cNvSpPr>
            <a:spLocks noGrp="1"/>
          </p:cNvSpPr>
          <p:nvPr>
            <p:ph type="body" idx="1"/>
          </p:nvPr>
        </p:nvSpPr>
        <p:spPr/>
        <p:txBody>
          <a:bodyPr/>
          <a:lstStyle/>
          <a:p>
            <a:pPr defTabSz="586552" eaLnBrk="1" fontAlgn="auto" hangingPunct="1">
              <a:spcBef>
                <a:spcPts val="0"/>
              </a:spcBef>
              <a:spcAft>
                <a:spcPts val="0"/>
              </a:spcAft>
              <a:defRPr/>
            </a:pPr>
            <a:endParaRPr lang="en-US" sz="770" dirty="0"/>
          </a:p>
        </p:txBody>
      </p:sp>
      <p:sp>
        <p:nvSpPr>
          <p:cNvPr id="7172" name="Slide Number Placeholder 3">
            <a:extLst>
              <a:ext uri="{FF2B5EF4-FFF2-40B4-BE49-F238E27FC236}">
                <a16:creationId xmlns:a16="http://schemas.microsoft.com/office/drawing/2014/main" id="{44C193F8-26CC-6599-3452-712A67BCF6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100">
                <a:solidFill>
                  <a:schemeClr val="tx1"/>
                </a:solidFill>
                <a:latin typeface="Calibri" panose="020F0502020204030204" pitchFamily="34" charset="0"/>
              </a:defRPr>
            </a:lvl1pPr>
            <a:lvl2pPr marL="742950" indent="-285750">
              <a:defRPr sz="1100">
                <a:solidFill>
                  <a:schemeClr val="tx1"/>
                </a:solidFill>
                <a:latin typeface="Calibri" panose="020F0502020204030204" pitchFamily="34" charset="0"/>
              </a:defRPr>
            </a:lvl2pPr>
            <a:lvl3pPr marL="1143000" indent="-228600">
              <a:defRPr sz="1100">
                <a:solidFill>
                  <a:schemeClr val="tx1"/>
                </a:solidFill>
                <a:latin typeface="Calibri" panose="020F0502020204030204" pitchFamily="34" charset="0"/>
              </a:defRPr>
            </a:lvl3pPr>
            <a:lvl4pPr marL="1600200" indent="-228600">
              <a:defRPr sz="1100">
                <a:solidFill>
                  <a:schemeClr val="tx1"/>
                </a:solidFill>
                <a:latin typeface="Calibri" panose="020F0502020204030204" pitchFamily="34" charset="0"/>
              </a:defRPr>
            </a:lvl4pPr>
            <a:lvl5pPr marL="2057400" indent="-228600">
              <a:defRPr sz="1100">
                <a:solidFill>
                  <a:schemeClr val="tx1"/>
                </a:solidFill>
                <a:latin typeface="Calibri" panose="020F0502020204030204" pitchFamily="34" charset="0"/>
              </a:defRPr>
            </a:lvl5pPr>
            <a:lvl6pPr marL="2514600" indent="-228600" defTabSz="585788" eaLnBrk="0" fontAlgn="base" hangingPunct="0">
              <a:spcBef>
                <a:spcPct val="0"/>
              </a:spcBef>
              <a:spcAft>
                <a:spcPct val="0"/>
              </a:spcAft>
              <a:defRPr sz="1100">
                <a:solidFill>
                  <a:schemeClr val="tx1"/>
                </a:solidFill>
                <a:latin typeface="Calibri" panose="020F0502020204030204" pitchFamily="34" charset="0"/>
              </a:defRPr>
            </a:lvl6pPr>
            <a:lvl7pPr marL="2971800" indent="-228600" defTabSz="585788" eaLnBrk="0" fontAlgn="base" hangingPunct="0">
              <a:spcBef>
                <a:spcPct val="0"/>
              </a:spcBef>
              <a:spcAft>
                <a:spcPct val="0"/>
              </a:spcAft>
              <a:defRPr sz="1100">
                <a:solidFill>
                  <a:schemeClr val="tx1"/>
                </a:solidFill>
                <a:latin typeface="Calibri" panose="020F0502020204030204" pitchFamily="34" charset="0"/>
              </a:defRPr>
            </a:lvl7pPr>
            <a:lvl8pPr marL="3429000" indent="-228600" defTabSz="585788" eaLnBrk="0" fontAlgn="base" hangingPunct="0">
              <a:spcBef>
                <a:spcPct val="0"/>
              </a:spcBef>
              <a:spcAft>
                <a:spcPct val="0"/>
              </a:spcAft>
              <a:defRPr sz="1100">
                <a:solidFill>
                  <a:schemeClr val="tx1"/>
                </a:solidFill>
                <a:latin typeface="Calibri" panose="020F0502020204030204" pitchFamily="34" charset="0"/>
              </a:defRPr>
            </a:lvl8pPr>
            <a:lvl9pPr marL="3886200" indent="-228600" defTabSz="585788" eaLnBrk="0" fontAlgn="base" hangingPunct="0">
              <a:spcBef>
                <a:spcPct val="0"/>
              </a:spcBef>
              <a:spcAft>
                <a:spcPct val="0"/>
              </a:spcAft>
              <a:defRPr sz="1100">
                <a:solidFill>
                  <a:schemeClr val="tx1"/>
                </a:solidFill>
                <a:latin typeface="Calibri" panose="020F0502020204030204" pitchFamily="34" charset="0"/>
              </a:defRPr>
            </a:lvl9pPr>
          </a:lstStyle>
          <a:p>
            <a:fld id="{2827FE59-93C0-5B46-AADE-549563B623F1}" type="slidenum">
              <a:rPr lang="en-US" altLang="en-US" sz="1200" smtClean="0"/>
              <a:pPr/>
              <a:t>2</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E1ECBCE-6B60-98DA-5DF1-C71B3DC09A10}"/>
              </a:ext>
            </a:extLst>
          </p:cNvPr>
          <p:cNvSpPr>
            <a:spLocks noGrp="1"/>
          </p:cNvSpPr>
          <p:nvPr>
            <p:ph type="dt" sz="half" idx="10"/>
          </p:nvPr>
        </p:nvSpPr>
        <p:spPr/>
        <p:txBody>
          <a:bodyPr/>
          <a:lstStyle>
            <a:lvl1pPr>
              <a:defRPr/>
            </a:lvl1pPr>
          </a:lstStyle>
          <a:p>
            <a:pPr>
              <a:defRPr/>
            </a:pPr>
            <a:fld id="{E064AF58-DEF0-8241-AF97-F895488F5007}" type="datetimeFigureOut">
              <a:rPr lang="en-US"/>
              <a:pPr>
                <a:defRPr/>
              </a:pPr>
              <a:t>9/22/25</a:t>
            </a:fld>
            <a:endParaRPr lang="en-US" dirty="0"/>
          </a:p>
        </p:txBody>
      </p:sp>
      <p:sp>
        <p:nvSpPr>
          <p:cNvPr id="5" name="Footer Placeholder 4">
            <a:extLst>
              <a:ext uri="{FF2B5EF4-FFF2-40B4-BE49-F238E27FC236}">
                <a16:creationId xmlns:a16="http://schemas.microsoft.com/office/drawing/2014/main" id="{21B5D5A6-5428-9DF2-A800-251A4DAAB8E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1623F97-F2ED-DE23-3D7C-28B5BF9C002A}"/>
              </a:ext>
            </a:extLst>
          </p:cNvPr>
          <p:cNvSpPr>
            <a:spLocks noGrp="1"/>
          </p:cNvSpPr>
          <p:nvPr>
            <p:ph type="sldNum" sz="quarter" idx="12"/>
          </p:nvPr>
        </p:nvSpPr>
        <p:spPr/>
        <p:txBody>
          <a:bodyPr/>
          <a:lstStyle>
            <a:lvl1pPr>
              <a:defRPr/>
            </a:lvl1pPr>
          </a:lstStyle>
          <a:p>
            <a:pPr>
              <a:defRPr/>
            </a:pPr>
            <a:fld id="{E79F7882-CD5E-D84B-9ABF-D3EDDAF8D2DB}" type="slidenum">
              <a:rPr lang="en-US" altLang="en-US"/>
              <a:pPr>
                <a:defRPr/>
              </a:pPr>
              <a:t>‹#›</a:t>
            </a:fld>
            <a:endParaRPr lang="en-US" altLang="en-US"/>
          </a:p>
        </p:txBody>
      </p:sp>
    </p:spTree>
    <p:extLst>
      <p:ext uri="{BB962C8B-B14F-4D97-AF65-F5344CB8AC3E}">
        <p14:creationId xmlns:p14="http://schemas.microsoft.com/office/powerpoint/2010/main" val="3499968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2A4F317-3CFC-8182-862B-D21779BFF834}"/>
              </a:ext>
            </a:extLst>
          </p:cNvPr>
          <p:cNvSpPr>
            <a:spLocks noGrp="1"/>
          </p:cNvSpPr>
          <p:nvPr>
            <p:ph type="dt" sz="half" idx="10"/>
          </p:nvPr>
        </p:nvSpPr>
        <p:spPr/>
        <p:txBody>
          <a:bodyPr/>
          <a:lstStyle>
            <a:lvl1pPr>
              <a:defRPr/>
            </a:lvl1pPr>
          </a:lstStyle>
          <a:p>
            <a:pPr>
              <a:defRPr/>
            </a:pPr>
            <a:fld id="{D38975E7-5550-D54F-AB6A-6C4EF51D34A1}" type="datetimeFigureOut">
              <a:rPr lang="en-US"/>
              <a:pPr>
                <a:defRPr/>
              </a:pPr>
              <a:t>9/22/25</a:t>
            </a:fld>
            <a:endParaRPr lang="en-US" dirty="0"/>
          </a:p>
        </p:txBody>
      </p:sp>
      <p:sp>
        <p:nvSpPr>
          <p:cNvPr id="5" name="Footer Placeholder 4">
            <a:extLst>
              <a:ext uri="{FF2B5EF4-FFF2-40B4-BE49-F238E27FC236}">
                <a16:creationId xmlns:a16="http://schemas.microsoft.com/office/drawing/2014/main" id="{FFD61AD4-5B83-BA69-C0D5-2EB01CB3E7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2DA3BD7-5C59-B559-3B24-061FD1E51B52}"/>
              </a:ext>
            </a:extLst>
          </p:cNvPr>
          <p:cNvSpPr>
            <a:spLocks noGrp="1"/>
          </p:cNvSpPr>
          <p:nvPr>
            <p:ph type="sldNum" sz="quarter" idx="12"/>
          </p:nvPr>
        </p:nvSpPr>
        <p:spPr/>
        <p:txBody>
          <a:bodyPr/>
          <a:lstStyle>
            <a:lvl1pPr>
              <a:defRPr/>
            </a:lvl1pPr>
          </a:lstStyle>
          <a:p>
            <a:pPr>
              <a:defRPr/>
            </a:pPr>
            <a:fld id="{1D391DC2-7AB8-CB4E-A497-ADCECA5942EC}" type="slidenum">
              <a:rPr lang="en-US" altLang="en-US"/>
              <a:pPr>
                <a:defRPr/>
              </a:pPr>
              <a:t>‹#›</a:t>
            </a:fld>
            <a:endParaRPr lang="en-US" altLang="en-US"/>
          </a:p>
        </p:txBody>
      </p:sp>
    </p:spTree>
    <p:extLst>
      <p:ext uri="{BB962C8B-B14F-4D97-AF65-F5344CB8AC3E}">
        <p14:creationId xmlns:p14="http://schemas.microsoft.com/office/powerpoint/2010/main" val="2308038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896115-9630-EBDD-1058-537C7840D51A}"/>
              </a:ext>
            </a:extLst>
          </p:cNvPr>
          <p:cNvSpPr>
            <a:spLocks noGrp="1"/>
          </p:cNvSpPr>
          <p:nvPr>
            <p:ph type="dt" sz="half" idx="10"/>
          </p:nvPr>
        </p:nvSpPr>
        <p:spPr/>
        <p:txBody>
          <a:bodyPr/>
          <a:lstStyle>
            <a:lvl1pPr>
              <a:defRPr/>
            </a:lvl1pPr>
          </a:lstStyle>
          <a:p>
            <a:pPr>
              <a:defRPr/>
            </a:pPr>
            <a:fld id="{C554803A-6967-AE44-98B6-2411FFDD7C47}" type="datetimeFigureOut">
              <a:rPr lang="en-US"/>
              <a:pPr>
                <a:defRPr/>
              </a:pPr>
              <a:t>9/22/25</a:t>
            </a:fld>
            <a:endParaRPr lang="en-US" dirty="0"/>
          </a:p>
        </p:txBody>
      </p:sp>
      <p:sp>
        <p:nvSpPr>
          <p:cNvPr id="5" name="Footer Placeholder 4">
            <a:extLst>
              <a:ext uri="{FF2B5EF4-FFF2-40B4-BE49-F238E27FC236}">
                <a16:creationId xmlns:a16="http://schemas.microsoft.com/office/drawing/2014/main" id="{F029FC28-671F-25CC-1B59-D61C8DB39F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D0F20A-D14C-8054-474F-41AD557B10AE}"/>
              </a:ext>
            </a:extLst>
          </p:cNvPr>
          <p:cNvSpPr>
            <a:spLocks noGrp="1"/>
          </p:cNvSpPr>
          <p:nvPr>
            <p:ph type="sldNum" sz="quarter" idx="12"/>
          </p:nvPr>
        </p:nvSpPr>
        <p:spPr/>
        <p:txBody>
          <a:bodyPr/>
          <a:lstStyle>
            <a:lvl1pPr>
              <a:defRPr/>
            </a:lvl1pPr>
          </a:lstStyle>
          <a:p>
            <a:pPr>
              <a:defRPr/>
            </a:pPr>
            <a:fld id="{BBD742D1-E22A-E943-BA2D-038D6E292258}" type="slidenum">
              <a:rPr lang="en-US" altLang="en-US"/>
              <a:pPr>
                <a:defRPr/>
              </a:pPr>
              <a:t>‹#›</a:t>
            </a:fld>
            <a:endParaRPr lang="en-US" altLang="en-US"/>
          </a:p>
        </p:txBody>
      </p:sp>
    </p:spTree>
    <p:extLst>
      <p:ext uri="{BB962C8B-B14F-4D97-AF65-F5344CB8AC3E}">
        <p14:creationId xmlns:p14="http://schemas.microsoft.com/office/powerpoint/2010/main" val="423395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F70F2085-B69D-2D6E-6928-92A16061CF57}"/>
              </a:ext>
            </a:extLst>
          </p:cNvPr>
          <p:cNvSpPr>
            <a:spLocks noGrp="1"/>
          </p:cNvSpPr>
          <p:nvPr>
            <p:ph type="dt" sz="half" idx="10"/>
          </p:nvPr>
        </p:nvSpPr>
        <p:spPr/>
        <p:txBody>
          <a:bodyPr/>
          <a:lstStyle>
            <a:lvl1pPr>
              <a:defRPr/>
            </a:lvl1pPr>
          </a:lstStyle>
          <a:p>
            <a:pPr>
              <a:defRPr/>
            </a:pPr>
            <a:fld id="{1ADC47E9-8B6E-C247-B96B-8B439AFCEEA2}" type="datetimeFigureOut">
              <a:rPr lang="en-US"/>
              <a:pPr>
                <a:defRPr/>
              </a:pPr>
              <a:t>9/22/25</a:t>
            </a:fld>
            <a:endParaRPr lang="en-US" dirty="0"/>
          </a:p>
        </p:txBody>
      </p:sp>
      <p:sp>
        <p:nvSpPr>
          <p:cNvPr id="6" name="Footer Placeholder 4">
            <a:extLst>
              <a:ext uri="{FF2B5EF4-FFF2-40B4-BE49-F238E27FC236}">
                <a16:creationId xmlns:a16="http://schemas.microsoft.com/office/drawing/2014/main" id="{E106AFD7-6143-5B5D-B264-407100A4D35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5042349-599F-2121-02B2-0EBE3B4FA6EA}"/>
              </a:ext>
            </a:extLst>
          </p:cNvPr>
          <p:cNvSpPr>
            <a:spLocks noGrp="1"/>
          </p:cNvSpPr>
          <p:nvPr>
            <p:ph type="sldNum" sz="quarter" idx="12"/>
          </p:nvPr>
        </p:nvSpPr>
        <p:spPr/>
        <p:txBody>
          <a:bodyPr/>
          <a:lstStyle>
            <a:lvl1pPr>
              <a:defRPr/>
            </a:lvl1pPr>
          </a:lstStyle>
          <a:p>
            <a:pPr>
              <a:defRPr/>
            </a:pPr>
            <a:fld id="{DC160269-6E04-5243-BE3F-64A4DE9A724D}" type="slidenum">
              <a:rPr lang="en-US" altLang="en-US"/>
              <a:pPr>
                <a:defRPr/>
              </a:pPr>
              <a:t>‹#›</a:t>
            </a:fld>
            <a:endParaRPr lang="en-US" altLang="en-US"/>
          </a:p>
        </p:txBody>
      </p:sp>
    </p:spTree>
    <p:extLst>
      <p:ext uri="{BB962C8B-B14F-4D97-AF65-F5344CB8AC3E}">
        <p14:creationId xmlns:p14="http://schemas.microsoft.com/office/powerpoint/2010/main" val="334319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C904D908-40F8-69BE-BF61-32A6EE52B3A2}"/>
              </a:ext>
            </a:extLst>
          </p:cNvPr>
          <p:cNvSpPr>
            <a:spLocks noGrp="1"/>
          </p:cNvSpPr>
          <p:nvPr>
            <p:ph type="dt" sz="half" idx="10"/>
          </p:nvPr>
        </p:nvSpPr>
        <p:spPr/>
        <p:txBody>
          <a:bodyPr/>
          <a:lstStyle>
            <a:lvl1pPr>
              <a:defRPr/>
            </a:lvl1pPr>
          </a:lstStyle>
          <a:p>
            <a:pPr>
              <a:defRPr/>
            </a:pPr>
            <a:fld id="{1CB90011-33A2-A543-AFF2-1C806976F827}" type="datetimeFigureOut">
              <a:rPr lang="en-US"/>
              <a:pPr>
                <a:defRPr/>
              </a:pPr>
              <a:t>9/22/25</a:t>
            </a:fld>
            <a:endParaRPr lang="en-US" dirty="0"/>
          </a:p>
        </p:txBody>
      </p:sp>
      <p:sp>
        <p:nvSpPr>
          <p:cNvPr id="8" name="Footer Placeholder 4">
            <a:extLst>
              <a:ext uri="{FF2B5EF4-FFF2-40B4-BE49-F238E27FC236}">
                <a16:creationId xmlns:a16="http://schemas.microsoft.com/office/drawing/2014/main" id="{F0EDB35E-B6DC-6D1D-6C7D-144AA37154C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042DDA2-8C91-F0E0-9F49-E77265A0AAC6}"/>
              </a:ext>
            </a:extLst>
          </p:cNvPr>
          <p:cNvSpPr>
            <a:spLocks noGrp="1"/>
          </p:cNvSpPr>
          <p:nvPr>
            <p:ph type="sldNum" sz="quarter" idx="12"/>
          </p:nvPr>
        </p:nvSpPr>
        <p:spPr/>
        <p:txBody>
          <a:bodyPr/>
          <a:lstStyle>
            <a:lvl1pPr>
              <a:defRPr/>
            </a:lvl1pPr>
          </a:lstStyle>
          <a:p>
            <a:pPr>
              <a:defRPr/>
            </a:pPr>
            <a:fld id="{5CDA9A58-4988-DB4F-B6EC-C4CF8446E540}" type="slidenum">
              <a:rPr lang="en-US" altLang="en-US"/>
              <a:pPr>
                <a:defRPr/>
              </a:pPr>
              <a:t>‹#›</a:t>
            </a:fld>
            <a:endParaRPr lang="en-US" altLang="en-US"/>
          </a:p>
        </p:txBody>
      </p:sp>
    </p:spTree>
    <p:extLst>
      <p:ext uri="{BB962C8B-B14F-4D97-AF65-F5344CB8AC3E}">
        <p14:creationId xmlns:p14="http://schemas.microsoft.com/office/powerpoint/2010/main" val="1961589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D9AFBB64-53BB-F743-21C4-B6BF9FFDE5A0}"/>
              </a:ext>
            </a:extLst>
          </p:cNvPr>
          <p:cNvSpPr>
            <a:spLocks noGrp="1"/>
          </p:cNvSpPr>
          <p:nvPr>
            <p:ph type="dt" sz="half" idx="10"/>
          </p:nvPr>
        </p:nvSpPr>
        <p:spPr/>
        <p:txBody>
          <a:bodyPr/>
          <a:lstStyle>
            <a:lvl1pPr>
              <a:defRPr/>
            </a:lvl1pPr>
          </a:lstStyle>
          <a:p>
            <a:pPr>
              <a:defRPr/>
            </a:pPr>
            <a:fld id="{0F90742A-012B-524B-B8CC-9ED58EE91A01}" type="datetimeFigureOut">
              <a:rPr lang="en-US"/>
              <a:pPr>
                <a:defRPr/>
              </a:pPr>
              <a:t>9/22/25</a:t>
            </a:fld>
            <a:endParaRPr lang="en-US" dirty="0"/>
          </a:p>
        </p:txBody>
      </p:sp>
      <p:sp>
        <p:nvSpPr>
          <p:cNvPr id="4" name="Footer Placeholder 4">
            <a:extLst>
              <a:ext uri="{FF2B5EF4-FFF2-40B4-BE49-F238E27FC236}">
                <a16:creationId xmlns:a16="http://schemas.microsoft.com/office/drawing/2014/main" id="{CB5E9223-79D4-7B00-1571-2F9E70427A1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21677AE-95B5-F6F2-0B75-89D421856B01}"/>
              </a:ext>
            </a:extLst>
          </p:cNvPr>
          <p:cNvSpPr>
            <a:spLocks noGrp="1"/>
          </p:cNvSpPr>
          <p:nvPr>
            <p:ph type="sldNum" sz="quarter" idx="12"/>
          </p:nvPr>
        </p:nvSpPr>
        <p:spPr/>
        <p:txBody>
          <a:bodyPr/>
          <a:lstStyle>
            <a:lvl1pPr>
              <a:defRPr/>
            </a:lvl1pPr>
          </a:lstStyle>
          <a:p>
            <a:pPr>
              <a:defRPr/>
            </a:pPr>
            <a:fld id="{6ADF5668-223E-034A-9898-96A896F8A125}" type="slidenum">
              <a:rPr lang="en-US" altLang="en-US"/>
              <a:pPr>
                <a:defRPr/>
              </a:pPr>
              <a:t>‹#›</a:t>
            </a:fld>
            <a:endParaRPr lang="en-US" altLang="en-US"/>
          </a:p>
        </p:txBody>
      </p:sp>
    </p:spTree>
    <p:extLst>
      <p:ext uri="{BB962C8B-B14F-4D97-AF65-F5344CB8AC3E}">
        <p14:creationId xmlns:p14="http://schemas.microsoft.com/office/powerpoint/2010/main" val="247106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BE86E5B-3431-D41F-23B6-D5CBBF26CB33}"/>
              </a:ext>
            </a:extLst>
          </p:cNvPr>
          <p:cNvSpPr>
            <a:spLocks noGrp="1"/>
          </p:cNvSpPr>
          <p:nvPr>
            <p:ph type="dt" sz="half" idx="10"/>
          </p:nvPr>
        </p:nvSpPr>
        <p:spPr/>
        <p:txBody>
          <a:bodyPr/>
          <a:lstStyle>
            <a:lvl1pPr>
              <a:defRPr/>
            </a:lvl1pPr>
          </a:lstStyle>
          <a:p>
            <a:pPr>
              <a:defRPr/>
            </a:pPr>
            <a:fld id="{E13C1805-BCDC-B349-8287-77F2D2138F2D}" type="datetimeFigureOut">
              <a:rPr lang="en-US"/>
              <a:pPr>
                <a:defRPr/>
              </a:pPr>
              <a:t>9/22/25</a:t>
            </a:fld>
            <a:endParaRPr lang="en-US" dirty="0"/>
          </a:p>
        </p:txBody>
      </p:sp>
      <p:sp>
        <p:nvSpPr>
          <p:cNvPr id="3" name="Footer Placeholder 4">
            <a:extLst>
              <a:ext uri="{FF2B5EF4-FFF2-40B4-BE49-F238E27FC236}">
                <a16:creationId xmlns:a16="http://schemas.microsoft.com/office/drawing/2014/main" id="{B25206AC-E32B-AF43-4B93-ECC957009AA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5F228A4-FA82-2879-86BD-A03BCB630056}"/>
              </a:ext>
            </a:extLst>
          </p:cNvPr>
          <p:cNvSpPr>
            <a:spLocks noGrp="1"/>
          </p:cNvSpPr>
          <p:nvPr>
            <p:ph type="sldNum" sz="quarter" idx="12"/>
          </p:nvPr>
        </p:nvSpPr>
        <p:spPr/>
        <p:txBody>
          <a:bodyPr/>
          <a:lstStyle>
            <a:lvl1pPr>
              <a:defRPr/>
            </a:lvl1pPr>
          </a:lstStyle>
          <a:p>
            <a:pPr>
              <a:defRPr/>
            </a:pPr>
            <a:fld id="{CBA0FCB5-894D-824A-991E-645EA12F761D}" type="slidenum">
              <a:rPr lang="en-US" altLang="en-US"/>
              <a:pPr>
                <a:defRPr/>
              </a:pPr>
              <a:t>‹#›</a:t>
            </a:fld>
            <a:endParaRPr lang="en-US" altLang="en-US"/>
          </a:p>
        </p:txBody>
      </p:sp>
    </p:spTree>
    <p:extLst>
      <p:ext uri="{BB962C8B-B14F-4D97-AF65-F5344CB8AC3E}">
        <p14:creationId xmlns:p14="http://schemas.microsoft.com/office/powerpoint/2010/main" val="2326174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E8E1C7E8-8C27-F83D-E363-6FC9A475FCE5}"/>
              </a:ext>
            </a:extLst>
          </p:cNvPr>
          <p:cNvSpPr>
            <a:spLocks noGrp="1"/>
          </p:cNvSpPr>
          <p:nvPr>
            <p:ph type="dt" sz="half" idx="10"/>
          </p:nvPr>
        </p:nvSpPr>
        <p:spPr/>
        <p:txBody>
          <a:bodyPr/>
          <a:lstStyle>
            <a:lvl1pPr>
              <a:defRPr/>
            </a:lvl1pPr>
          </a:lstStyle>
          <a:p>
            <a:pPr>
              <a:defRPr/>
            </a:pPr>
            <a:fld id="{6071ED34-EE3A-7A49-AAE6-0F954563C562}" type="datetimeFigureOut">
              <a:rPr lang="en-US"/>
              <a:pPr>
                <a:defRPr/>
              </a:pPr>
              <a:t>9/22/25</a:t>
            </a:fld>
            <a:endParaRPr lang="en-US" dirty="0"/>
          </a:p>
        </p:txBody>
      </p:sp>
      <p:sp>
        <p:nvSpPr>
          <p:cNvPr id="6" name="Footer Placeholder 4">
            <a:extLst>
              <a:ext uri="{FF2B5EF4-FFF2-40B4-BE49-F238E27FC236}">
                <a16:creationId xmlns:a16="http://schemas.microsoft.com/office/drawing/2014/main" id="{4219CB5F-E676-81DE-8A23-B0D441E2705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E2940B1-40FA-AE4B-867A-3F3426F3A4D4}"/>
              </a:ext>
            </a:extLst>
          </p:cNvPr>
          <p:cNvSpPr>
            <a:spLocks noGrp="1"/>
          </p:cNvSpPr>
          <p:nvPr>
            <p:ph type="sldNum" sz="quarter" idx="12"/>
          </p:nvPr>
        </p:nvSpPr>
        <p:spPr/>
        <p:txBody>
          <a:bodyPr/>
          <a:lstStyle>
            <a:lvl1pPr>
              <a:defRPr/>
            </a:lvl1pPr>
          </a:lstStyle>
          <a:p>
            <a:pPr>
              <a:defRPr/>
            </a:pPr>
            <a:fld id="{8105E297-E4C5-894B-8C1C-6F4AB081F9E3}" type="slidenum">
              <a:rPr lang="en-US" altLang="en-US"/>
              <a:pPr>
                <a:defRPr/>
              </a:pPr>
              <a:t>‹#›</a:t>
            </a:fld>
            <a:endParaRPr lang="en-US" altLang="en-US"/>
          </a:p>
        </p:txBody>
      </p:sp>
    </p:spTree>
    <p:extLst>
      <p:ext uri="{BB962C8B-B14F-4D97-AF65-F5344CB8AC3E}">
        <p14:creationId xmlns:p14="http://schemas.microsoft.com/office/powerpoint/2010/main" val="1447664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rtlCol="0">
            <a:normAutofit/>
          </a:bodyPr>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pPr lvl="0"/>
            <a:r>
              <a:rPr lang="en-US" noProof="0"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3">
            <a:extLst>
              <a:ext uri="{FF2B5EF4-FFF2-40B4-BE49-F238E27FC236}">
                <a16:creationId xmlns:a16="http://schemas.microsoft.com/office/drawing/2014/main" id="{F2AFB9AC-163D-0151-575B-0913A933B227}"/>
              </a:ext>
            </a:extLst>
          </p:cNvPr>
          <p:cNvSpPr>
            <a:spLocks noGrp="1"/>
          </p:cNvSpPr>
          <p:nvPr>
            <p:ph type="dt" sz="half" idx="10"/>
          </p:nvPr>
        </p:nvSpPr>
        <p:spPr/>
        <p:txBody>
          <a:bodyPr/>
          <a:lstStyle>
            <a:lvl1pPr>
              <a:defRPr/>
            </a:lvl1pPr>
          </a:lstStyle>
          <a:p>
            <a:pPr>
              <a:defRPr/>
            </a:pPr>
            <a:fld id="{FDE0EAF4-D738-F641-87ED-22EC7871CEE6}" type="datetimeFigureOut">
              <a:rPr lang="en-US"/>
              <a:pPr>
                <a:defRPr/>
              </a:pPr>
              <a:t>9/22/25</a:t>
            </a:fld>
            <a:endParaRPr lang="en-US" dirty="0"/>
          </a:p>
        </p:txBody>
      </p:sp>
      <p:sp>
        <p:nvSpPr>
          <p:cNvPr id="6" name="Footer Placeholder 4">
            <a:extLst>
              <a:ext uri="{FF2B5EF4-FFF2-40B4-BE49-F238E27FC236}">
                <a16:creationId xmlns:a16="http://schemas.microsoft.com/office/drawing/2014/main" id="{C6B9A03B-73D9-FC52-BABE-3842EA9471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E9765C7-A6B9-6903-0BE2-057E6EC69ACC}"/>
              </a:ext>
            </a:extLst>
          </p:cNvPr>
          <p:cNvSpPr>
            <a:spLocks noGrp="1"/>
          </p:cNvSpPr>
          <p:nvPr>
            <p:ph type="sldNum" sz="quarter" idx="12"/>
          </p:nvPr>
        </p:nvSpPr>
        <p:spPr/>
        <p:txBody>
          <a:bodyPr/>
          <a:lstStyle>
            <a:lvl1pPr>
              <a:defRPr/>
            </a:lvl1pPr>
          </a:lstStyle>
          <a:p>
            <a:pPr>
              <a:defRPr/>
            </a:pPr>
            <a:fld id="{E384B6B8-9579-FE4A-90C9-7E076CE07837}" type="slidenum">
              <a:rPr lang="en-US" altLang="en-US"/>
              <a:pPr>
                <a:defRPr/>
              </a:pPr>
              <a:t>‹#›</a:t>
            </a:fld>
            <a:endParaRPr lang="en-US" altLang="en-US"/>
          </a:p>
        </p:txBody>
      </p:sp>
    </p:spTree>
    <p:extLst>
      <p:ext uri="{BB962C8B-B14F-4D97-AF65-F5344CB8AC3E}">
        <p14:creationId xmlns:p14="http://schemas.microsoft.com/office/powerpoint/2010/main" val="31733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7248A0-C7F2-96A4-2CC0-8CD0D6F9EB5C}"/>
              </a:ext>
            </a:extLst>
          </p:cNvPr>
          <p:cNvSpPr>
            <a:spLocks noGrp="1"/>
          </p:cNvSpPr>
          <p:nvPr>
            <p:ph type="dt" sz="half" idx="10"/>
          </p:nvPr>
        </p:nvSpPr>
        <p:spPr/>
        <p:txBody>
          <a:bodyPr/>
          <a:lstStyle>
            <a:lvl1pPr>
              <a:defRPr/>
            </a:lvl1pPr>
          </a:lstStyle>
          <a:p>
            <a:pPr>
              <a:defRPr/>
            </a:pPr>
            <a:fld id="{16C14018-66D0-C24F-BE2B-2FCA6736EF19}" type="datetimeFigureOut">
              <a:rPr lang="en-US"/>
              <a:pPr>
                <a:defRPr/>
              </a:pPr>
              <a:t>9/22/25</a:t>
            </a:fld>
            <a:endParaRPr lang="en-US" dirty="0"/>
          </a:p>
        </p:txBody>
      </p:sp>
      <p:sp>
        <p:nvSpPr>
          <p:cNvPr id="5" name="Footer Placeholder 4">
            <a:extLst>
              <a:ext uri="{FF2B5EF4-FFF2-40B4-BE49-F238E27FC236}">
                <a16:creationId xmlns:a16="http://schemas.microsoft.com/office/drawing/2014/main" id="{68D39EFB-9446-801C-3036-8911B9FDF84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20FE8AB-6D59-F222-8801-56CDC11A8D96}"/>
              </a:ext>
            </a:extLst>
          </p:cNvPr>
          <p:cNvSpPr>
            <a:spLocks noGrp="1"/>
          </p:cNvSpPr>
          <p:nvPr>
            <p:ph type="sldNum" sz="quarter" idx="12"/>
          </p:nvPr>
        </p:nvSpPr>
        <p:spPr/>
        <p:txBody>
          <a:bodyPr/>
          <a:lstStyle>
            <a:lvl1pPr>
              <a:defRPr/>
            </a:lvl1pPr>
          </a:lstStyle>
          <a:p>
            <a:pPr>
              <a:defRPr/>
            </a:pPr>
            <a:fld id="{01D53835-DDC4-E749-81B6-5BE3CAB8C938}" type="slidenum">
              <a:rPr lang="en-US" altLang="en-US"/>
              <a:pPr>
                <a:defRPr/>
              </a:pPr>
              <a:t>‹#›</a:t>
            </a:fld>
            <a:endParaRPr lang="en-US" altLang="en-US"/>
          </a:p>
        </p:txBody>
      </p:sp>
    </p:spTree>
    <p:extLst>
      <p:ext uri="{BB962C8B-B14F-4D97-AF65-F5344CB8AC3E}">
        <p14:creationId xmlns:p14="http://schemas.microsoft.com/office/powerpoint/2010/main" val="925088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D9EE46-E3A2-9D9D-CE2B-77006E02FF13}"/>
              </a:ext>
            </a:extLst>
          </p:cNvPr>
          <p:cNvSpPr>
            <a:spLocks noGrp="1"/>
          </p:cNvSpPr>
          <p:nvPr>
            <p:ph type="dt" sz="half" idx="10"/>
          </p:nvPr>
        </p:nvSpPr>
        <p:spPr/>
        <p:txBody>
          <a:bodyPr/>
          <a:lstStyle>
            <a:lvl1pPr>
              <a:defRPr/>
            </a:lvl1pPr>
          </a:lstStyle>
          <a:p>
            <a:pPr>
              <a:defRPr/>
            </a:pPr>
            <a:fld id="{ACD019EE-3A9B-074B-8BB3-3F6F7F9767E6}" type="datetimeFigureOut">
              <a:rPr lang="en-US"/>
              <a:pPr>
                <a:defRPr/>
              </a:pPr>
              <a:t>9/22/25</a:t>
            </a:fld>
            <a:endParaRPr lang="en-US" dirty="0"/>
          </a:p>
        </p:txBody>
      </p:sp>
      <p:sp>
        <p:nvSpPr>
          <p:cNvPr id="5" name="Footer Placeholder 4">
            <a:extLst>
              <a:ext uri="{FF2B5EF4-FFF2-40B4-BE49-F238E27FC236}">
                <a16:creationId xmlns:a16="http://schemas.microsoft.com/office/drawing/2014/main" id="{8643DF80-31A9-7D9F-D955-302E97D2B0E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13D4ECA-10F2-1FA7-D5B1-9BBB452ABFD3}"/>
              </a:ext>
            </a:extLst>
          </p:cNvPr>
          <p:cNvSpPr>
            <a:spLocks noGrp="1"/>
          </p:cNvSpPr>
          <p:nvPr>
            <p:ph type="sldNum" sz="quarter" idx="12"/>
          </p:nvPr>
        </p:nvSpPr>
        <p:spPr/>
        <p:txBody>
          <a:bodyPr/>
          <a:lstStyle>
            <a:lvl1pPr>
              <a:defRPr/>
            </a:lvl1pPr>
          </a:lstStyle>
          <a:p>
            <a:pPr>
              <a:defRPr/>
            </a:pPr>
            <a:fld id="{54C7849A-530C-2243-A3D2-425928D71A72}" type="slidenum">
              <a:rPr lang="en-US" altLang="en-US"/>
              <a:pPr>
                <a:defRPr/>
              </a:pPr>
              <a:t>‹#›</a:t>
            </a:fld>
            <a:endParaRPr lang="en-US" altLang="en-US"/>
          </a:p>
        </p:txBody>
      </p:sp>
    </p:spTree>
    <p:extLst>
      <p:ext uri="{BB962C8B-B14F-4D97-AF65-F5344CB8AC3E}">
        <p14:creationId xmlns:p14="http://schemas.microsoft.com/office/powerpoint/2010/main" val="3311936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BBC8891-400E-18E7-E5DC-21438E7F8DF3}"/>
              </a:ext>
            </a:extLst>
          </p:cNvPr>
          <p:cNvSpPr>
            <a:spLocks noGrp="1"/>
          </p:cNvSpPr>
          <p:nvPr>
            <p:ph type="title"/>
          </p:nvPr>
        </p:nvSpPr>
        <p:spPr bwMode="auto">
          <a:xfrm>
            <a:off x="519113" y="569913"/>
            <a:ext cx="6521450" cy="206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47579CB-213E-7DE1-4FE1-2E557559BB49}"/>
              </a:ext>
            </a:extLst>
          </p:cNvPr>
          <p:cNvSpPr>
            <a:spLocks noGrp="1"/>
          </p:cNvSpPr>
          <p:nvPr>
            <p:ph type="body" idx="1"/>
          </p:nvPr>
        </p:nvSpPr>
        <p:spPr bwMode="auto">
          <a:xfrm>
            <a:off x="519113" y="2846388"/>
            <a:ext cx="6521450" cy="678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9DAB0C9-782D-308C-AB2F-8DDF64DC2E45}"/>
              </a:ext>
            </a:extLst>
          </p:cNvPr>
          <p:cNvSpPr>
            <a:spLocks noGrp="1"/>
          </p:cNvSpPr>
          <p:nvPr>
            <p:ph type="dt" sz="half" idx="2"/>
          </p:nvPr>
        </p:nvSpPr>
        <p:spPr>
          <a:xfrm>
            <a:off x="519113" y="9909175"/>
            <a:ext cx="1701800" cy="569913"/>
          </a:xfrm>
          <a:prstGeom prst="rect">
            <a:avLst/>
          </a:prstGeom>
        </p:spPr>
        <p:txBody>
          <a:bodyPr vert="horz" lIns="91440" tIns="45720" rIns="91440" bIns="45720" rtlCol="0" anchor="ctr"/>
          <a:lstStyle>
            <a:lvl1pPr algn="l" defTabSz="586552" eaLnBrk="1" fontAlgn="auto" hangingPunct="1">
              <a:spcBef>
                <a:spcPts val="0"/>
              </a:spcBef>
              <a:spcAft>
                <a:spcPts val="0"/>
              </a:spcAft>
              <a:defRPr sz="992">
                <a:solidFill>
                  <a:schemeClr val="tx1">
                    <a:tint val="75000"/>
                  </a:schemeClr>
                </a:solidFill>
                <a:latin typeface="+mn-lt"/>
              </a:defRPr>
            </a:lvl1pPr>
          </a:lstStyle>
          <a:p>
            <a:pPr>
              <a:defRPr/>
            </a:pPr>
            <a:fld id="{38B67853-412F-644B-95CA-22E7D3088DF1}" type="datetimeFigureOut">
              <a:rPr lang="en-US"/>
              <a:pPr>
                <a:defRPr/>
              </a:pPr>
              <a:t>9/22/25</a:t>
            </a:fld>
            <a:endParaRPr lang="en-US" dirty="0"/>
          </a:p>
        </p:txBody>
      </p:sp>
      <p:sp>
        <p:nvSpPr>
          <p:cNvPr id="5" name="Footer Placeholder 4">
            <a:extLst>
              <a:ext uri="{FF2B5EF4-FFF2-40B4-BE49-F238E27FC236}">
                <a16:creationId xmlns:a16="http://schemas.microsoft.com/office/drawing/2014/main" id="{8B3B665A-703B-C0B7-D7B1-7E957F6D61CD}"/>
              </a:ext>
            </a:extLst>
          </p:cNvPr>
          <p:cNvSpPr>
            <a:spLocks noGrp="1"/>
          </p:cNvSpPr>
          <p:nvPr>
            <p:ph type="ftr" sz="quarter" idx="3"/>
          </p:nvPr>
        </p:nvSpPr>
        <p:spPr>
          <a:xfrm>
            <a:off x="2503488" y="9909175"/>
            <a:ext cx="2552700" cy="569913"/>
          </a:xfrm>
          <a:prstGeom prst="rect">
            <a:avLst/>
          </a:prstGeom>
        </p:spPr>
        <p:txBody>
          <a:bodyPr vert="horz" lIns="91440" tIns="45720" rIns="91440" bIns="45720" rtlCol="0" anchor="ctr"/>
          <a:lstStyle>
            <a:lvl1pPr algn="ctr" defTabSz="586552" eaLnBrk="1" fontAlgn="auto" hangingPunct="1">
              <a:spcBef>
                <a:spcPts val="0"/>
              </a:spcBef>
              <a:spcAft>
                <a:spcPts val="0"/>
              </a:spcAft>
              <a:defRPr sz="992">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4C470A39-EE51-787F-1B82-C59CA94236F7}"/>
              </a:ext>
            </a:extLst>
          </p:cNvPr>
          <p:cNvSpPr>
            <a:spLocks noGrp="1"/>
          </p:cNvSpPr>
          <p:nvPr>
            <p:ph type="sldNum" sz="quarter" idx="4"/>
          </p:nvPr>
        </p:nvSpPr>
        <p:spPr>
          <a:xfrm>
            <a:off x="5338763" y="9909175"/>
            <a:ext cx="1701800" cy="569913"/>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a:defRPr/>
            </a:pPr>
            <a:fld id="{E7B1DF7A-7659-CA46-940D-CA0F044815C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755650" rtl="0" eaLnBrk="0" fontAlgn="base" hangingPunct="0">
        <a:lnSpc>
          <a:spcPct val="90000"/>
        </a:lnSpc>
        <a:spcBef>
          <a:spcPct val="0"/>
        </a:spcBef>
        <a:spcAft>
          <a:spcPct val="0"/>
        </a:spcAft>
        <a:defRPr sz="3600" kern="1200">
          <a:solidFill>
            <a:schemeClr val="tx1"/>
          </a:solidFill>
          <a:latin typeface="+mj-lt"/>
          <a:ea typeface="+mj-ea"/>
          <a:cs typeface="+mj-cs"/>
        </a:defRPr>
      </a:lvl1pPr>
      <a:lvl2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2pPr>
      <a:lvl3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3pPr>
      <a:lvl4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4pPr>
      <a:lvl5pPr algn="l" defTabSz="755650" rtl="0" eaLnBrk="0" fontAlgn="base" hangingPunct="0">
        <a:lnSpc>
          <a:spcPct val="90000"/>
        </a:lnSpc>
        <a:spcBef>
          <a:spcPct val="0"/>
        </a:spcBef>
        <a:spcAft>
          <a:spcPct val="0"/>
        </a:spcAft>
        <a:defRPr sz="3600">
          <a:solidFill>
            <a:schemeClr val="tx1"/>
          </a:solidFill>
          <a:latin typeface="Calibri Light" panose="020F0302020204030204" pitchFamily="34" charset="0"/>
        </a:defRPr>
      </a:lvl5pPr>
      <a:lvl6pPr marL="457200" algn="l" defTabSz="755650" rtl="0" fontAlgn="base">
        <a:lnSpc>
          <a:spcPct val="90000"/>
        </a:lnSpc>
        <a:spcBef>
          <a:spcPct val="0"/>
        </a:spcBef>
        <a:spcAft>
          <a:spcPct val="0"/>
        </a:spcAft>
        <a:defRPr sz="3600">
          <a:solidFill>
            <a:schemeClr val="tx1"/>
          </a:solidFill>
          <a:latin typeface="Calibri Light" panose="020F0302020204030204" pitchFamily="34" charset="0"/>
        </a:defRPr>
      </a:lvl6pPr>
      <a:lvl7pPr marL="914400" algn="l" defTabSz="755650" rtl="0" fontAlgn="base">
        <a:lnSpc>
          <a:spcPct val="90000"/>
        </a:lnSpc>
        <a:spcBef>
          <a:spcPct val="0"/>
        </a:spcBef>
        <a:spcAft>
          <a:spcPct val="0"/>
        </a:spcAft>
        <a:defRPr sz="3600">
          <a:solidFill>
            <a:schemeClr val="tx1"/>
          </a:solidFill>
          <a:latin typeface="Calibri Light" panose="020F0302020204030204" pitchFamily="34" charset="0"/>
        </a:defRPr>
      </a:lvl7pPr>
      <a:lvl8pPr marL="1371600" algn="l" defTabSz="755650" rtl="0" fontAlgn="base">
        <a:lnSpc>
          <a:spcPct val="90000"/>
        </a:lnSpc>
        <a:spcBef>
          <a:spcPct val="0"/>
        </a:spcBef>
        <a:spcAft>
          <a:spcPct val="0"/>
        </a:spcAft>
        <a:defRPr sz="3600">
          <a:solidFill>
            <a:schemeClr val="tx1"/>
          </a:solidFill>
          <a:latin typeface="Calibri Light" panose="020F0302020204030204" pitchFamily="34" charset="0"/>
        </a:defRPr>
      </a:lvl8pPr>
      <a:lvl9pPr marL="1828800" algn="l" defTabSz="755650" rtl="0" fontAlgn="base">
        <a:lnSpc>
          <a:spcPct val="90000"/>
        </a:lnSpc>
        <a:spcBef>
          <a:spcPct val="0"/>
        </a:spcBef>
        <a:spcAft>
          <a:spcPct val="0"/>
        </a:spcAft>
        <a:defRPr sz="3600">
          <a:solidFill>
            <a:schemeClr val="tx1"/>
          </a:solidFill>
          <a:latin typeface="Calibri Light" panose="020F0302020204030204" pitchFamily="34" charset="0"/>
        </a:defRPr>
      </a:lvl9pPr>
    </p:titleStyle>
    <p:bodyStyle>
      <a:lvl1pPr marL="188913" indent="-188913" algn="l" defTabSz="755650" rtl="0" eaLnBrk="0" fontAlgn="base" hangingPunct="0">
        <a:lnSpc>
          <a:spcPct val="90000"/>
        </a:lnSpc>
        <a:spcBef>
          <a:spcPts val="825"/>
        </a:spcBef>
        <a:spcAft>
          <a:spcPct val="0"/>
        </a:spcAft>
        <a:buFont typeface="Arial" panose="020B0604020202020204" pitchFamily="34" charset="0"/>
        <a:buChar char="•"/>
        <a:defRPr sz="2300" kern="1200">
          <a:solidFill>
            <a:schemeClr val="tx1"/>
          </a:solidFill>
          <a:latin typeface="+mn-lt"/>
          <a:ea typeface="+mn-ea"/>
          <a:cs typeface="+mn-cs"/>
        </a:defRPr>
      </a:lvl1pPr>
      <a:lvl2pPr marL="566738" indent="-188913" algn="l" defTabSz="755650" rtl="0" eaLnBrk="0" fontAlgn="base" hangingPunct="0">
        <a:lnSpc>
          <a:spcPct val="90000"/>
        </a:lnSpc>
        <a:spcBef>
          <a:spcPts val="413"/>
        </a:spcBef>
        <a:spcAft>
          <a:spcPct val="0"/>
        </a:spcAft>
        <a:buFont typeface="Arial" panose="020B0604020202020204" pitchFamily="34" charset="0"/>
        <a:buChar char="•"/>
        <a:defRPr sz="1900" kern="1200">
          <a:solidFill>
            <a:schemeClr val="tx1"/>
          </a:solidFill>
          <a:latin typeface="+mn-lt"/>
          <a:ea typeface="+mn-ea"/>
          <a:cs typeface="+mn-cs"/>
        </a:defRPr>
      </a:lvl2pPr>
      <a:lvl3pPr marL="944563" indent="-188913" algn="l" defTabSz="755650" rtl="0" eaLnBrk="0" fontAlgn="base" hangingPunct="0">
        <a:lnSpc>
          <a:spcPct val="90000"/>
        </a:lnSpc>
        <a:spcBef>
          <a:spcPts val="413"/>
        </a:spcBef>
        <a:spcAft>
          <a:spcPct val="0"/>
        </a:spcAft>
        <a:buFont typeface="Arial" panose="020B0604020202020204" pitchFamily="34" charset="0"/>
        <a:buChar char="•"/>
        <a:defRPr sz="1600" kern="1200">
          <a:solidFill>
            <a:schemeClr val="tx1"/>
          </a:solidFill>
          <a:latin typeface="+mn-lt"/>
          <a:ea typeface="+mn-ea"/>
          <a:cs typeface="+mn-cs"/>
        </a:defRPr>
      </a:lvl3pPr>
      <a:lvl4pPr marL="1322388"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4pPr>
      <a:lvl5pPr marL="1700213" indent="-188913" algn="l" defTabSz="755650" rtl="0" eaLnBrk="0" fontAlgn="base" hangingPunct="0">
        <a:lnSpc>
          <a:spcPct val="90000"/>
        </a:lnSpc>
        <a:spcBef>
          <a:spcPts val="413"/>
        </a:spcBef>
        <a:spcAft>
          <a:spcPct val="0"/>
        </a:spcAft>
        <a:buFont typeface="Arial" panose="020B0604020202020204" pitchFamily="34" charset="0"/>
        <a:buChar char="•"/>
        <a:defRPr sz="1400"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B4430D7-32A9-1126-3C81-5E2703B92457}"/>
              </a:ext>
            </a:extLst>
          </p:cNvPr>
          <p:cNvSpPr>
            <a:spLocks noGrp="1"/>
          </p:cNvSpPr>
          <p:nvPr>
            <p:ph type="body" idx="1"/>
          </p:nvPr>
        </p:nvSpPr>
        <p:spPr>
          <a:xfrm>
            <a:off x="3744913" y="322263"/>
            <a:ext cx="3489325" cy="488950"/>
          </a:xfrm>
        </p:spPr>
        <p:txBody>
          <a:bodyPr rtlCol="0" anchor="t">
            <a:normAutofit fontScale="92500" lnSpcReduction="10000"/>
          </a:bodyPr>
          <a:lstStyle/>
          <a:p>
            <a:pPr algn="r" defTabSz="755934" eaLnBrk="1" fontAlgn="auto" hangingPunct="1">
              <a:lnSpc>
                <a:spcPct val="100000"/>
              </a:lnSpc>
              <a:spcBef>
                <a:spcPts val="827"/>
              </a:spcBef>
              <a:spcAft>
                <a:spcPts val="0"/>
              </a:spcAft>
              <a:defRPr/>
            </a:pPr>
            <a:r>
              <a:rPr lang="fr-BE" sz="3022" dirty="0">
                <a:cs typeface="Arial" panose="020B0604020202020204" pitchFamily="34" charset="0"/>
              </a:rPr>
              <a:t>Nagarjuna Reddy</a:t>
            </a:r>
            <a:endParaRPr lang="en-US" sz="3022" dirty="0">
              <a:cs typeface="Arial" panose="020B0604020202020204" pitchFamily="34" charset="0"/>
            </a:endParaRPr>
          </a:p>
        </p:txBody>
      </p:sp>
      <p:sp>
        <p:nvSpPr>
          <p:cNvPr id="4099" name="Text Placeholder 4">
            <a:extLst>
              <a:ext uri="{FF2B5EF4-FFF2-40B4-BE49-F238E27FC236}">
                <a16:creationId xmlns:a16="http://schemas.microsoft.com/office/drawing/2014/main" id="{2168B285-626A-EF45-DAC1-07F9EE75CB68}"/>
              </a:ext>
            </a:extLst>
          </p:cNvPr>
          <p:cNvSpPr txBox="1">
            <a:spLocks/>
          </p:cNvSpPr>
          <p:nvPr/>
        </p:nvSpPr>
        <p:spPr bwMode="auto">
          <a:xfrm>
            <a:off x="3390900" y="835025"/>
            <a:ext cx="3876675" cy="587375"/>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r" eaLnBrk="1" hangingPunct="1">
              <a:spcBef>
                <a:spcPts val="563"/>
              </a:spcBef>
              <a:buFont typeface="Arial" panose="020B0604020202020204" pitchFamily="34" charset="0"/>
              <a:buNone/>
              <a:defRPr/>
            </a:pPr>
            <a:r>
              <a:rPr lang="fr-BE" altLang="en-US" sz="2000" b="1" dirty="0">
                <a:solidFill>
                  <a:srgbClr val="3C8C4F"/>
                </a:solidFill>
                <a:latin typeface="+mn-lt"/>
                <a:cs typeface="Arial" panose="020B0604020202020204" pitchFamily="34" charset="0"/>
              </a:rPr>
              <a:t>ADAI Consultant</a:t>
            </a:r>
          </a:p>
        </p:txBody>
      </p:sp>
      <p:pic>
        <p:nvPicPr>
          <p:cNvPr id="4100" name="Picture 66">
            <a:extLst>
              <a:ext uri="{FF2B5EF4-FFF2-40B4-BE49-F238E27FC236}">
                <a16:creationId xmlns:a16="http://schemas.microsoft.com/office/drawing/2014/main" id="{2DFE4464-97DD-422E-8757-235E9EC31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284163"/>
            <a:ext cx="2381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1" name="Group 4146">
            <a:extLst>
              <a:ext uri="{FF2B5EF4-FFF2-40B4-BE49-F238E27FC236}">
                <a16:creationId xmlns:a16="http://schemas.microsoft.com/office/drawing/2014/main" id="{20E38E6C-750C-4C00-D487-CEFD3F7EF313}"/>
              </a:ext>
            </a:extLst>
          </p:cNvPr>
          <p:cNvGrpSpPr>
            <a:grpSpLocks/>
          </p:cNvGrpSpPr>
          <p:nvPr/>
        </p:nvGrpSpPr>
        <p:grpSpPr bwMode="auto">
          <a:xfrm>
            <a:off x="171450" y="1444625"/>
            <a:ext cx="7215188" cy="877888"/>
            <a:chOff x="252413" y="1720860"/>
            <a:chExt cx="7215187" cy="877620"/>
          </a:xfrm>
        </p:grpSpPr>
        <p:sp>
          <p:nvSpPr>
            <p:cNvPr id="4126" name="Text Placeholder 4">
              <a:extLst>
                <a:ext uri="{FF2B5EF4-FFF2-40B4-BE49-F238E27FC236}">
                  <a16:creationId xmlns:a16="http://schemas.microsoft.com/office/drawing/2014/main" id="{4DDB2B4F-78EE-24E2-F38C-4F1925F56221}"/>
                </a:ext>
              </a:extLst>
            </p:cNvPr>
            <p:cNvSpPr txBox="1">
              <a:spLocks/>
            </p:cNvSpPr>
            <p:nvPr/>
          </p:nvSpPr>
          <p:spPr bwMode="auto">
            <a:xfrm>
              <a:off x="252413" y="1720860"/>
              <a:ext cx="2346325" cy="271380"/>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PROFILE</a:t>
              </a:r>
            </a:p>
          </p:txBody>
        </p:sp>
        <p:cxnSp>
          <p:nvCxnSpPr>
            <p:cNvPr id="62" name="Straight Connector 61">
              <a:extLst>
                <a:ext uri="{FF2B5EF4-FFF2-40B4-BE49-F238E27FC236}">
                  <a16:creationId xmlns:a16="http://schemas.microsoft.com/office/drawing/2014/main" id="{5E9B75CD-3ADC-C4BF-90BD-2C851138DB1A}"/>
                </a:ext>
              </a:extLst>
            </p:cNvPr>
            <p:cNvCxnSpPr/>
            <p:nvPr/>
          </p:nvCxnSpPr>
          <p:spPr bwMode="auto">
            <a:xfrm>
              <a:off x="352426" y="1950978"/>
              <a:ext cx="2538412" cy="7935"/>
            </a:xfrm>
            <a:prstGeom prst="line">
              <a:avLst/>
            </a:prstGeom>
            <a:ln/>
          </p:spPr>
          <p:style>
            <a:lnRef idx="3">
              <a:schemeClr val="dk1"/>
            </a:lnRef>
            <a:fillRef idx="0">
              <a:schemeClr val="dk1"/>
            </a:fillRef>
            <a:effectRef idx="2">
              <a:schemeClr val="dk1"/>
            </a:effectRef>
            <a:fontRef idx="minor">
              <a:schemeClr val="tx1"/>
            </a:fontRef>
          </p:style>
        </p:cxnSp>
        <p:sp>
          <p:nvSpPr>
            <p:cNvPr id="4128" name="Text Placeholder 6">
              <a:extLst>
                <a:ext uri="{FF2B5EF4-FFF2-40B4-BE49-F238E27FC236}">
                  <a16:creationId xmlns:a16="http://schemas.microsoft.com/office/drawing/2014/main" id="{E2A8AF07-E062-19BA-4AE7-C723AB2A4061}"/>
                </a:ext>
              </a:extLst>
            </p:cNvPr>
            <p:cNvSpPr txBox="1">
              <a:spLocks noChangeArrowheads="1"/>
            </p:cNvSpPr>
            <p:nvPr/>
          </p:nvSpPr>
          <p:spPr bwMode="auto">
            <a:xfrm>
              <a:off x="269876" y="1982718"/>
              <a:ext cx="7197724" cy="615762"/>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buNone/>
              </a:pPr>
              <a:r>
                <a:rPr lang="en-US" sz="1000" dirty="0"/>
                <a:t>Trusted Data &amp; AI Consultant with 13+ years of experience advising C-suite leaders on data strategy, cloud transformation, and AI adoption. A Microsoft-certified Azure Solutions Architect Expert with strong expertise across Azure Data Services, Synapse, ADLS, Power BI, and ADF, complemented by Google Cloud skills in Big Query and Vertex AI. I specialize in building enterprise-scale data platforms, ML models, and next-generation AI solutions—including GenAI and Agentic AI—that accelerate decision-making and deliver measurable business outcomes, bridging business vision with technical execution to help organizations transform data into a strategic asset.</a:t>
              </a:r>
            </a:p>
          </p:txBody>
        </p:sp>
      </p:grpSp>
      <p:grpSp>
        <p:nvGrpSpPr>
          <p:cNvPr id="4102" name="Group 183">
            <a:extLst>
              <a:ext uri="{FF2B5EF4-FFF2-40B4-BE49-F238E27FC236}">
                <a16:creationId xmlns:a16="http://schemas.microsoft.com/office/drawing/2014/main" id="{E06259B2-5326-E7E9-6C84-0FAA43C87C49}"/>
              </a:ext>
            </a:extLst>
          </p:cNvPr>
          <p:cNvGrpSpPr>
            <a:grpSpLocks/>
          </p:cNvGrpSpPr>
          <p:nvPr/>
        </p:nvGrpSpPr>
        <p:grpSpPr bwMode="auto">
          <a:xfrm>
            <a:off x="171450" y="2614613"/>
            <a:ext cx="7215188" cy="844550"/>
            <a:chOff x="252413" y="1754234"/>
            <a:chExt cx="7215187" cy="844246"/>
          </a:xfrm>
        </p:grpSpPr>
        <p:sp>
          <p:nvSpPr>
            <p:cNvPr id="8" name="Text Placeholder 4">
              <a:extLst>
                <a:ext uri="{FF2B5EF4-FFF2-40B4-BE49-F238E27FC236}">
                  <a16:creationId xmlns:a16="http://schemas.microsoft.com/office/drawing/2014/main" id="{9D4EFFFA-4366-4830-4B45-607AC818C97B}"/>
                </a:ext>
              </a:extLst>
            </p:cNvPr>
            <p:cNvSpPr txBox="1">
              <a:spLocks/>
            </p:cNvSpPr>
            <p:nvPr/>
          </p:nvSpPr>
          <p:spPr bwMode="auto">
            <a:xfrm>
              <a:off x="252413" y="1754234"/>
              <a:ext cx="2346325" cy="27136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KEY SKILLS</a:t>
              </a:r>
            </a:p>
          </p:txBody>
        </p:sp>
        <p:cxnSp>
          <p:nvCxnSpPr>
            <p:cNvPr id="186" name="Straight Connector 185">
              <a:extLst>
                <a:ext uri="{FF2B5EF4-FFF2-40B4-BE49-F238E27FC236}">
                  <a16:creationId xmlns:a16="http://schemas.microsoft.com/office/drawing/2014/main" id="{28ECED87-DFB2-2DE4-63FD-2AF6788A6C63}"/>
                </a:ext>
              </a:extLst>
            </p:cNvPr>
            <p:cNvCxnSpPr/>
            <p:nvPr/>
          </p:nvCxnSpPr>
          <p:spPr bwMode="auto">
            <a:xfrm>
              <a:off x="352426" y="1974817"/>
              <a:ext cx="2538412" cy="7935"/>
            </a:xfrm>
            <a:prstGeom prst="line">
              <a:avLst/>
            </a:prstGeom>
            <a:ln/>
          </p:spPr>
          <p:style>
            <a:lnRef idx="3">
              <a:schemeClr val="dk1"/>
            </a:lnRef>
            <a:fillRef idx="0">
              <a:schemeClr val="dk1"/>
            </a:fillRef>
            <a:effectRef idx="2">
              <a:schemeClr val="dk1"/>
            </a:effectRef>
            <a:fontRef idx="minor">
              <a:schemeClr val="tx1"/>
            </a:fontRef>
          </p:style>
        </p:cxnSp>
        <p:sp>
          <p:nvSpPr>
            <p:cNvPr id="12" name="Text Placeholder 6">
              <a:extLst>
                <a:ext uri="{FF2B5EF4-FFF2-40B4-BE49-F238E27FC236}">
                  <a16:creationId xmlns:a16="http://schemas.microsoft.com/office/drawing/2014/main" id="{6BE4D362-534E-3BE1-1979-F0B7DA65B3DA}"/>
                </a:ext>
              </a:extLst>
            </p:cNvPr>
            <p:cNvSpPr txBox="1">
              <a:spLocks noChangeArrowheads="1"/>
            </p:cNvSpPr>
            <p:nvPr/>
          </p:nvSpPr>
          <p:spPr bwMode="auto">
            <a:xfrm>
              <a:off x="269876" y="1982752"/>
              <a:ext cx="7197724" cy="615728"/>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buNone/>
              </a:pPr>
              <a:r>
                <a:rPr lang="en-US" sz="1000" dirty="0"/>
                <a:t>Trusted advisor to C-suite leaders with expertise in shaping data and AI strategies that deliver measurable business value. Skilled in applying design thinking, maturity assessments, and gap analysis to define actionable transformation roadmaps, while leveraging ML, Generative AI, and Agentic AI to drive innovation, automation, and smarter decision-making. Strong capabilities in FinOps, data governance, application assessments, and ensuring regulatory compliance with GDPR, CSSF, and broader enterprise security standards. Proven success in consulting, presales, and solutioning, winning and scaling client engagements through value-based proposals. Recognized for collaborative leadership, building global communities of practice, and guiding multi-disciplinary teams to deliver sustainable outcomes with governance and performance at the core. Experienced across Banking, Insurance, Construction, and Automotive industries, delivering tailored data and AI solutions aligned with business needs.</a:t>
              </a:r>
            </a:p>
          </p:txBody>
        </p:sp>
      </p:grpSp>
      <p:grpSp>
        <p:nvGrpSpPr>
          <p:cNvPr id="4103" name="Group 7">
            <a:extLst>
              <a:ext uri="{FF2B5EF4-FFF2-40B4-BE49-F238E27FC236}">
                <a16:creationId xmlns:a16="http://schemas.microsoft.com/office/drawing/2014/main" id="{A640514A-CEF3-A9C9-F761-1343B11BEC3D}"/>
              </a:ext>
            </a:extLst>
          </p:cNvPr>
          <p:cNvGrpSpPr>
            <a:grpSpLocks/>
          </p:cNvGrpSpPr>
          <p:nvPr/>
        </p:nvGrpSpPr>
        <p:grpSpPr bwMode="auto">
          <a:xfrm>
            <a:off x="4646613" y="4302125"/>
            <a:ext cx="2755900" cy="6180138"/>
            <a:chOff x="4638675" y="3735387"/>
            <a:chExt cx="2755899" cy="6180713"/>
          </a:xfrm>
        </p:grpSpPr>
        <p:grpSp>
          <p:nvGrpSpPr>
            <p:cNvPr id="4112" name="Group 1">
              <a:extLst>
                <a:ext uri="{FF2B5EF4-FFF2-40B4-BE49-F238E27FC236}">
                  <a16:creationId xmlns:a16="http://schemas.microsoft.com/office/drawing/2014/main" id="{F3FE631E-906B-2CA3-B241-D9BE6F190AE3}"/>
                </a:ext>
              </a:extLst>
            </p:cNvPr>
            <p:cNvGrpSpPr>
              <a:grpSpLocks/>
            </p:cNvGrpSpPr>
            <p:nvPr/>
          </p:nvGrpSpPr>
          <p:grpSpPr bwMode="auto">
            <a:xfrm>
              <a:off x="4638675" y="3735387"/>
              <a:ext cx="2755899" cy="6180713"/>
              <a:chOff x="4638675" y="3735387"/>
              <a:chExt cx="2755897" cy="6179988"/>
            </a:xfrm>
          </p:grpSpPr>
          <p:grpSp>
            <p:nvGrpSpPr>
              <p:cNvPr id="4116" name="Group 4155">
                <a:extLst>
                  <a:ext uri="{FF2B5EF4-FFF2-40B4-BE49-F238E27FC236}">
                    <a16:creationId xmlns:a16="http://schemas.microsoft.com/office/drawing/2014/main" id="{CA637238-087C-9010-1034-25C26E1D311C}"/>
                  </a:ext>
                </a:extLst>
              </p:cNvPr>
              <p:cNvGrpSpPr>
                <a:grpSpLocks/>
              </p:cNvGrpSpPr>
              <p:nvPr/>
            </p:nvGrpSpPr>
            <p:grpSpPr bwMode="auto">
              <a:xfrm>
                <a:off x="4638675" y="3735387"/>
                <a:ext cx="2755897" cy="6179988"/>
                <a:chOff x="4638674" y="3735829"/>
                <a:chExt cx="2755897" cy="6179044"/>
              </a:xfrm>
            </p:grpSpPr>
            <p:grpSp>
              <p:nvGrpSpPr>
                <p:cNvPr id="4119" name="Group 4151">
                  <a:extLst>
                    <a:ext uri="{FF2B5EF4-FFF2-40B4-BE49-F238E27FC236}">
                      <a16:creationId xmlns:a16="http://schemas.microsoft.com/office/drawing/2014/main" id="{68E3F66A-543D-F4E3-D83A-7CE43D171701}"/>
                    </a:ext>
                  </a:extLst>
                </p:cNvPr>
                <p:cNvGrpSpPr>
                  <a:grpSpLocks/>
                </p:cNvGrpSpPr>
                <p:nvPr/>
              </p:nvGrpSpPr>
              <p:grpSpPr bwMode="auto">
                <a:xfrm>
                  <a:off x="4638674" y="8150801"/>
                  <a:ext cx="2628898" cy="271389"/>
                  <a:chOff x="4638674" y="8150801"/>
                  <a:chExt cx="2628898" cy="271389"/>
                </a:xfrm>
              </p:grpSpPr>
              <p:sp>
                <p:nvSpPr>
                  <p:cNvPr id="4118" name="Text Placeholder 4">
                    <a:extLst>
                      <a:ext uri="{FF2B5EF4-FFF2-40B4-BE49-F238E27FC236}">
                        <a16:creationId xmlns:a16="http://schemas.microsoft.com/office/drawing/2014/main" id="{A9D5A617-9FBE-2096-C6D0-FAB1A6EB6BCE}"/>
                      </a:ext>
                    </a:extLst>
                  </p:cNvPr>
                  <p:cNvSpPr txBox="1">
                    <a:spLocks/>
                  </p:cNvSpPr>
                  <p:nvPr/>
                </p:nvSpPr>
                <p:spPr bwMode="auto">
                  <a:xfrm>
                    <a:off x="4638674" y="8151472"/>
                    <a:ext cx="2346322" cy="271415"/>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LANGUAGES</a:t>
                    </a:r>
                  </a:p>
                </p:txBody>
              </p:sp>
              <p:cxnSp>
                <p:nvCxnSpPr>
                  <p:cNvPr id="189" name="Straight Connector 188">
                    <a:extLst>
                      <a:ext uri="{FF2B5EF4-FFF2-40B4-BE49-F238E27FC236}">
                        <a16:creationId xmlns:a16="http://schemas.microsoft.com/office/drawing/2014/main" id="{E1F2BA35-12D6-70FD-E81D-59998CCF8182}"/>
                      </a:ext>
                    </a:extLst>
                  </p:cNvPr>
                  <p:cNvCxnSpPr>
                    <a:cxnSpLocks/>
                  </p:cNvCxnSpPr>
                  <p:nvPr/>
                </p:nvCxnSpPr>
                <p:spPr bwMode="auto">
                  <a:xfrm>
                    <a:off x="4733924" y="8405427"/>
                    <a:ext cx="2533647" cy="6349"/>
                  </a:xfrm>
                  <a:prstGeom prst="line">
                    <a:avLst/>
                  </a:prstGeom>
                  <a:ln/>
                </p:spPr>
                <p:style>
                  <a:lnRef idx="3">
                    <a:schemeClr val="dk1"/>
                  </a:lnRef>
                  <a:fillRef idx="0">
                    <a:schemeClr val="dk1"/>
                  </a:fillRef>
                  <a:effectRef idx="2">
                    <a:schemeClr val="dk1"/>
                  </a:effectRef>
                  <a:fontRef idx="minor">
                    <a:schemeClr val="tx1"/>
                  </a:fontRef>
                </p:style>
              </p:cxnSp>
            </p:grpSp>
            <p:grpSp>
              <p:nvGrpSpPr>
                <p:cNvPr id="4120" name="Group 4150">
                  <a:extLst>
                    <a:ext uri="{FF2B5EF4-FFF2-40B4-BE49-F238E27FC236}">
                      <a16:creationId xmlns:a16="http://schemas.microsoft.com/office/drawing/2014/main" id="{6D132696-494A-504A-ABAD-C75428B434C6}"/>
                    </a:ext>
                  </a:extLst>
                </p:cNvPr>
                <p:cNvGrpSpPr>
                  <a:grpSpLocks/>
                </p:cNvGrpSpPr>
                <p:nvPr/>
              </p:nvGrpSpPr>
              <p:grpSpPr bwMode="auto">
                <a:xfrm>
                  <a:off x="4657724" y="9054719"/>
                  <a:ext cx="2628898" cy="860154"/>
                  <a:chOff x="4657724" y="9054719"/>
                  <a:chExt cx="2628898" cy="860154"/>
                </a:xfrm>
              </p:grpSpPr>
              <p:sp>
                <p:nvSpPr>
                  <p:cNvPr id="4111" name="Text Placeholder 4">
                    <a:extLst>
                      <a:ext uri="{FF2B5EF4-FFF2-40B4-BE49-F238E27FC236}">
                        <a16:creationId xmlns:a16="http://schemas.microsoft.com/office/drawing/2014/main" id="{770A742E-3FDB-0206-3D18-BF36E20222BC}"/>
                      </a:ext>
                    </a:extLst>
                  </p:cNvPr>
                  <p:cNvSpPr txBox="1">
                    <a:spLocks/>
                  </p:cNvSpPr>
                  <p:nvPr/>
                </p:nvSpPr>
                <p:spPr bwMode="auto">
                  <a:xfrm>
                    <a:off x="4657724" y="9054600"/>
                    <a:ext cx="2354259" cy="27141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EDUCATION</a:t>
                    </a:r>
                  </a:p>
                </p:txBody>
              </p:sp>
              <p:sp>
                <p:nvSpPr>
                  <p:cNvPr id="3" name="TextBox 187">
                    <a:extLst>
                      <a:ext uri="{FF2B5EF4-FFF2-40B4-BE49-F238E27FC236}">
                        <a16:creationId xmlns:a16="http://schemas.microsoft.com/office/drawing/2014/main" id="{7AEFEA7B-A57A-9FFD-50B9-F52B584F5405}"/>
                      </a:ext>
                    </a:extLst>
                  </p:cNvPr>
                  <p:cNvSpPr txBox="1">
                    <a:spLocks noChangeArrowheads="1"/>
                  </p:cNvSpPr>
                  <p:nvPr/>
                </p:nvSpPr>
                <p:spPr bwMode="auto">
                  <a:xfrm>
                    <a:off x="4676774" y="9360933"/>
                    <a:ext cx="2576509" cy="553940"/>
                  </a:xfrm>
                  <a:prstGeom prst="rect">
                    <a:avLst/>
                  </a:prstGeom>
                  <a:noFill/>
                  <a:ln>
                    <a:noFill/>
                  </a:ln>
                </p:spPr>
                <p:txBody>
                  <a:bodyPr>
                    <a:spAutoFit/>
                  </a:bodyPr>
                  <a:lstStyle/>
                  <a:p>
                    <a:pPr>
                      <a:defRPr/>
                    </a:pPr>
                    <a:r>
                      <a:rPr lang="en-US" altLang="en-US" sz="1000" dirty="0">
                        <a:latin typeface="+mn-lt"/>
                        <a:cs typeface="Arial" panose="020B0604020202020204" pitchFamily="34" charset="0"/>
                      </a:rPr>
                      <a:t>Bachelor of Technology with specialization in Electronics &amp; Communication Engineering from JNTU University.</a:t>
                    </a:r>
                  </a:p>
                </p:txBody>
              </p:sp>
              <p:cxnSp>
                <p:nvCxnSpPr>
                  <p:cNvPr id="190" name="Straight Connector 189">
                    <a:extLst>
                      <a:ext uri="{FF2B5EF4-FFF2-40B4-BE49-F238E27FC236}">
                        <a16:creationId xmlns:a16="http://schemas.microsoft.com/office/drawing/2014/main" id="{CC860BFB-020D-98CC-6303-33636B7BD165}"/>
                      </a:ext>
                    </a:extLst>
                  </p:cNvPr>
                  <p:cNvCxnSpPr>
                    <a:cxnSpLocks/>
                  </p:cNvCxnSpPr>
                  <p:nvPr/>
                </p:nvCxnSpPr>
                <p:spPr bwMode="auto">
                  <a:xfrm>
                    <a:off x="4752974" y="9278397"/>
                    <a:ext cx="2533647" cy="6349"/>
                  </a:xfrm>
                  <a:prstGeom prst="line">
                    <a:avLst/>
                  </a:prstGeom>
                  <a:ln/>
                </p:spPr>
                <p:style>
                  <a:lnRef idx="3">
                    <a:schemeClr val="dk1"/>
                  </a:lnRef>
                  <a:fillRef idx="0">
                    <a:schemeClr val="dk1"/>
                  </a:fillRef>
                  <a:effectRef idx="2">
                    <a:schemeClr val="dk1"/>
                  </a:effectRef>
                  <a:fontRef idx="minor">
                    <a:schemeClr val="tx1"/>
                  </a:fontRef>
                </p:style>
              </p:cxnSp>
            </p:grpSp>
            <p:grpSp>
              <p:nvGrpSpPr>
                <p:cNvPr id="4121" name="Group 197">
                  <a:extLst>
                    <a:ext uri="{FF2B5EF4-FFF2-40B4-BE49-F238E27FC236}">
                      <a16:creationId xmlns:a16="http://schemas.microsoft.com/office/drawing/2014/main" id="{C4BC8C64-A1C2-E65E-0364-043069DED2C3}"/>
                    </a:ext>
                  </a:extLst>
                </p:cNvPr>
                <p:cNvGrpSpPr>
                  <a:grpSpLocks/>
                </p:cNvGrpSpPr>
                <p:nvPr/>
              </p:nvGrpSpPr>
              <p:grpSpPr bwMode="auto">
                <a:xfrm>
                  <a:off x="4638674" y="3735829"/>
                  <a:ext cx="2755897" cy="2814042"/>
                  <a:chOff x="4638674" y="3735829"/>
                  <a:chExt cx="2755897" cy="2814042"/>
                </a:xfrm>
              </p:grpSpPr>
              <p:sp>
                <p:nvSpPr>
                  <p:cNvPr id="4122" name="Text Placeholder 6">
                    <a:extLst>
                      <a:ext uri="{FF2B5EF4-FFF2-40B4-BE49-F238E27FC236}">
                        <a16:creationId xmlns:a16="http://schemas.microsoft.com/office/drawing/2014/main" id="{C460A932-348D-8E1E-A5BB-AE5C32B282E5}"/>
                      </a:ext>
                    </a:extLst>
                  </p:cNvPr>
                  <p:cNvSpPr txBox="1">
                    <a:spLocks noChangeArrowheads="1"/>
                  </p:cNvSpPr>
                  <p:nvPr/>
                </p:nvSpPr>
                <p:spPr bwMode="auto">
                  <a:xfrm>
                    <a:off x="4669630" y="3969129"/>
                    <a:ext cx="2724941" cy="2580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556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377825" indent="-188913" defTabSz="7556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755650" indent="-188913" defTabSz="7556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1133475" indent="-188913" defTabSz="7556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511300" indent="-188913" defTabSz="7556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9685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24257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8829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3340100" indent="-188913" defTabSz="7556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AI &amp; Advanced Analytics:</a:t>
                    </a:r>
                    <a:r>
                      <a:rPr lang="en-US" altLang="en-US" sz="1100" dirty="0">
                        <a:cs typeface="Arial" panose="020B0604020202020204" pitchFamily="34" charset="0"/>
                      </a:rPr>
                      <a:t> Machine Learning, Generative AI, Agentic AI frameworks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Integration Tools:</a:t>
                    </a:r>
                    <a:r>
                      <a:rPr lang="en-US" altLang="en-US" sz="1100" dirty="0">
                        <a:cs typeface="Arial" panose="020B0604020202020204" pitchFamily="34" charset="0"/>
                      </a:rPr>
                      <a:t> SQL Server Integration Services, Azure Data Factory</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Analytics &amp; Visualization:</a:t>
                    </a:r>
                    <a:r>
                      <a:rPr lang="en-US" altLang="en-US" sz="1100" dirty="0">
                        <a:cs typeface="Arial" panose="020B0604020202020204" pitchFamily="34" charset="0"/>
                      </a:rPr>
                      <a:t> Power BI, SSRS, Tableau</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Cloud Platform:</a:t>
                    </a:r>
                    <a:r>
                      <a:rPr lang="en-US" altLang="en-US" sz="1100" dirty="0">
                        <a:cs typeface="Arial" panose="020B0604020202020204" pitchFamily="34" charset="0"/>
                      </a:rPr>
                      <a:t>  Azure, GCP</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Autodesk:</a:t>
                    </a:r>
                    <a:r>
                      <a:rPr lang="en-US" altLang="en-US" sz="1100" dirty="0">
                        <a:cs typeface="Arial" panose="020B0604020202020204" pitchFamily="34" charset="0"/>
                      </a:rPr>
                      <a:t> BIM 360, Forge API, Digital Twin</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Power Platform:</a:t>
                    </a:r>
                    <a:r>
                      <a:rPr lang="en-US" altLang="en-US" sz="1100" dirty="0">
                        <a:cs typeface="Arial" panose="020B0604020202020204" pitchFamily="34" charset="0"/>
                      </a:rPr>
                      <a:t> Power BI, PowerApps, Power Automate</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Design Patterns: </a:t>
                    </a:r>
                    <a:r>
                      <a:rPr lang="en-US" altLang="en-US" sz="1100" dirty="0">
                        <a:cs typeface="Arial" panose="020B0604020202020204" pitchFamily="34" charset="0"/>
                      </a:rPr>
                      <a:t>SPA, N-Tier, Micro Services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Methodology:</a:t>
                    </a:r>
                    <a:r>
                      <a:rPr lang="en-US" altLang="en-US" sz="1100" dirty="0">
                        <a:cs typeface="Arial" panose="020B0604020202020204" pitchFamily="34" charset="0"/>
                      </a:rPr>
                      <a:t> Agile - Scrum Framework, Azure DevOps</a:t>
                    </a:r>
                  </a:p>
                  <a:p>
                    <a:pPr eaLnBrk="1" hangingPunct="1">
                      <a:lnSpc>
                        <a:spcPct val="100000"/>
                      </a:lnSpc>
                      <a:spcBef>
                        <a:spcPct val="0"/>
                      </a:spcBef>
                      <a:buFont typeface="Arial" panose="020B0604020202020204" pitchFamily="34" charset="0"/>
                      <a:buNone/>
                    </a:pPr>
                    <a:r>
                      <a:rPr lang="en-US" altLang="en-US" sz="1100" u="sng" dirty="0">
                        <a:cs typeface="Arial" panose="020B0604020202020204" pitchFamily="34" charset="0"/>
                      </a:rPr>
                      <a:t>Version Control:</a:t>
                    </a:r>
                    <a:r>
                      <a:rPr lang="en-US" altLang="en-US" sz="1100" dirty="0">
                        <a:cs typeface="Arial" panose="020B0604020202020204" pitchFamily="34" charset="0"/>
                      </a:rPr>
                      <a:t> GitHub, GitLab</a:t>
                    </a:r>
                  </a:p>
                  <a:p>
                    <a:pPr eaLnBrk="1" hangingPunct="1">
                      <a:lnSpc>
                        <a:spcPct val="0"/>
                      </a:lnSpc>
                      <a:spcBef>
                        <a:spcPct val="0"/>
                      </a:spcBef>
                      <a:spcAft>
                        <a:spcPts val="300"/>
                      </a:spcAft>
                      <a:buFont typeface="Arial" panose="020B0604020202020204" pitchFamily="34" charset="0"/>
                      <a:buNone/>
                    </a:pPr>
                    <a:endParaRPr lang="fr-BE" altLang="en-US" sz="800" dirty="0">
                      <a:cs typeface="Arial" panose="020B0604020202020204" pitchFamily="34" charset="0"/>
                    </a:endParaRPr>
                  </a:p>
                </p:txBody>
              </p:sp>
              <p:cxnSp>
                <p:nvCxnSpPr>
                  <p:cNvPr id="200" name="Straight Connector 199">
                    <a:extLst>
                      <a:ext uri="{FF2B5EF4-FFF2-40B4-BE49-F238E27FC236}">
                        <a16:creationId xmlns:a16="http://schemas.microsoft.com/office/drawing/2014/main" id="{58002AD9-1D41-B952-B1F6-62CA999EEA7C}"/>
                      </a:ext>
                    </a:extLst>
                  </p:cNvPr>
                  <p:cNvCxnSpPr>
                    <a:cxnSpLocks/>
                  </p:cNvCxnSpPr>
                  <p:nvPr/>
                </p:nvCxnSpPr>
                <p:spPr bwMode="auto">
                  <a:xfrm>
                    <a:off x="4733924" y="3973912"/>
                    <a:ext cx="2533647" cy="6349"/>
                  </a:xfrm>
                  <a:prstGeom prst="line">
                    <a:avLst/>
                  </a:prstGeom>
                  <a:ln/>
                </p:spPr>
                <p:style>
                  <a:lnRef idx="3">
                    <a:schemeClr val="dk1"/>
                  </a:lnRef>
                  <a:fillRef idx="0">
                    <a:schemeClr val="dk1"/>
                  </a:fillRef>
                  <a:effectRef idx="2">
                    <a:schemeClr val="dk1"/>
                  </a:effectRef>
                  <a:fontRef idx="minor">
                    <a:schemeClr val="tx1"/>
                  </a:fontRef>
                </p:style>
              </p:cxnSp>
              <p:sp>
                <p:nvSpPr>
                  <p:cNvPr id="2" name="Text Placeholder 4">
                    <a:extLst>
                      <a:ext uri="{FF2B5EF4-FFF2-40B4-BE49-F238E27FC236}">
                        <a16:creationId xmlns:a16="http://schemas.microsoft.com/office/drawing/2014/main" id="{88291882-F9DD-B92C-2BE9-06E0A95A8F20}"/>
                      </a:ext>
                    </a:extLst>
                  </p:cNvPr>
                  <p:cNvSpPr txBox="1">
                    <a:spLocks/>
                  </p:cNvSpPr>
                  <p:nvPr/>
                </p:nvSpPr>
                <p:spPr bwMode="auto">
                  <a:xfrm>
                    <a:off x="4638674" y="3735829"/>
                    <a:ext cx="2346322" cy="271415"/>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KEY TRAININGS</a:t>
                    </a:r>
                  </a:p>
                </p:txBody>
              </p:sp>
            </p:grpSp>
          </p:grpSp>
          <p:sp>
            <p:nvSpPr>
              <p:cNvPr id="33" name="TextBox 32">
                <a:extLst>
                  <a:ext uri="{FF2B5EF4-FFF2-40B4-BE49-F238E27FC236}">
                    <a16:creationId xmlns:a16="http://schemas.microsoft.com/office/drawing/2014/main" id="{668ADA6A-B5FE-E31E-0EFC-CA3300742CC6}"/>
                  </a:ext>
                </a:extLst>
              </p:cNvPr>
              <p:cNvSpPr txBox="1"/>
              <p:nvPr/>
            </p:nvSpPr>
            <p:spPr bwMode="auto">
              <a:xfrm>
                <a:off x="4657725" y="8439036"/>
                <a:ext cx="1200149" cy="615935"/>
              </a:xfrm>
              <a:prstGeom prst="rect">
                <a:avLst/>
              </a:prstGeom>
              <a:noFill/>
            </p:spPr>
            <p:txBody>
              <a:bodyPr anchor="ctr">
                <a:spAutoFit/>
              </a:bodyPr>
              <a:lstStyle/>
              <a:p>
                <a:pPr defTabSz="586552" eaLnBrk="1" fontAlgn="auto" hangingPunct="1">
                  <a:spcBef>
                    <a:spcPts val="0"/>
                  </a:spcBef>
                  <a:spcAft>
                    <a:spcPts val="0"/>
                  </a:spcAft>
                  <a:defRPr/>
                </a:pPr>
                <a:r>
                  <a:rPr lang="fr-BE" sz="1000" dirty="0">
                    <a:latin typeface="+mn-lt"/>
                    <a:cs typeface="Arial" panose="020B0604020202020204" pitchFamily="34" charset="0"/>
                  </a:rPr>
                  <a:t>Hindi</a:t>
                </a: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Native</a:t>
                </a:r>
              </a:p>
              <a:p>
                <a:pPr defTabSz="586552" eaLnBrk="1" fontAlgn="auto" hangingPunct="1">
                  <a:spcBef>
                    <a:spcPts val="0"/>
                  </a:spcBef>
                  <a:spcAft>
                    <a:spcPts val="0"/>
                  </a:spcAft>
                  <a:defRPr/>
                </a:pPr>
                <a:r>
                  <a:rPr lang="fr-BE" sz="1000" dirty="0">
                    <a:latin typeface="+mn-lt"/>
                    <a:cs typeface="Arial" panose="020B0604020202020204" pitchFamily="34" charset="0"/>
                  </a:rPr>
                  <a:t>English</a:t>
                </a:r>
              </a:p>
              <a:p>
                <a:pPr defTabSz="586552" eaLnBrk="1" fontAlgn="auto" hangingPunct="1">
                  <a:spcBef>
                    <a:spcPts val="0"/>
                  </a:spcBef>
                  <a:spcAft>
                    <a:spcPts val="0"/>
                  </a:spcAft>
                  <a:defRPr/>
                </a:pPr>
                <a:r>
                  <a:rPr lang="fr-BE" sz="700" dirty="0">
                    <a:solidFill>
                      <a:schemeClr val="bg1">
                        <a:lumMod val="65000"/>
                      </a:schemeClr>
                    </a:solidFill>
                    <a:latin typeface="+mn-lt"/>
                    <a:cs typeface="Arial" panose="020B0604020202020204" pitchFamily="34" charset="0"/>
                  </a:rPr>
                  <a:t>Fluent</a:t>
                </a:r>
                <a:endParaRPr lang="fr-BE" sz="900" dirty="0">
                  <a:solidFill>
                    <a:schemeClr val="bg1">
                      <a:lumMod val="65000"/>
                    </a:schemeClr>
                  </a:solidFill>
                  <a:latin typeface="+mn-lt"/>
                  <a:cs typeface="Arial" panose="020B0604020202020204" pitchFamily="34" charset="0"/>
                </a:endParaRPr>
              </a:p>
            </p:txBody>
          </p:sp>
          <p:sp>
            <p:nvSpPr>
              <p:cNvPr id="34" name="TextBox 33">
                <a:extLst>
                  <a:ext uri="{FF2B5EF4-FFF2-40B4-BE49-F238E27FC236}">
                    <a16:creationId xmlns:a16="http://schemas.microsoft.com/office/drawing/2014/main" id="{3A953AB7-7E0A-7E68-5838-ED381875D4F4}"/>
                  </a:ext>
                </a:extLst>
              </p:cNvPr>
              <p:cNvSpPr txBox="1"/>
              <p:nvPr/>
            </p:nvSpPr>
            <p:spPr bwMode="auto">
              <a:xfrm>
                <a:off x="6048373" y="8385062"/>
                <a:ext cx="1316036" cy="596886"/>
              </a:xfrm>
              <a:prstGeom prst="rect">
                <a:avLst/>
              </a:prstGeom>
              <a:noFill/>
            </p:spPr>
            <p:txBody>
              <a:bodyPr anchor="ctr">
                <a:spAutoFit/>
              </a:bodyPr>
              <a:lstStyle/>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p>
              <a:p>
                <a:pPr algn="r" defTabSz="586552" eaLnBrk="1" fontAlgn="auto" hangingPunct="1">
                  <a:spcBef>
                    <a:spcPts val="0"/>
                  </a:spcBef>
                  <a:spcAft>
                    <a:spcPts val="100"/>
                  </a:spcAft>
                  <a:defRPr/>
                </a:pPr>
                <a:r>
                  <a:rPr lang="fr-BE" sz="1600" dirty="0">
                    <a:solidFill>
                      <a:srgbClr val="FC4024"/>
                    </a:solidFill>
                    <a:latin typeface="+mn-lt"/>
                    <a:sym typeface="Webdings" panose="05030102010509060703" pitchFamily="18" charset="2"/>
                  </a:rPr>
                  <a:t>●●●●</a:t>
                </a:r>
                <a:r>
                  <a:rPr lang="fr-BE" sz="1600" dirty="0">
                    <a:latin typeface="+mn-lt"/>
                    <a:sym typeface="Webdings" panose="05030102010509060703" pitchFamily="18" charset="2"/>
                  </a:rPr>
                  <a:t>●</a:t>
                </a:r>
              </a:p>
            </p:txBody>
          </p:sp>
        </p:grpSp>
        <p:sp>
          <p:nvSpPr>
            <p:cNvPr id="4" name="Text Placeholder 6">
              <a:extLst>
                <a:ext uri="{FF2B5EF4-FFF2-40B4-BE49-F238E27FC236}">
                  <a16:creationId xmlns:a16="http://schemas.microsoft.com/office/drawing/2014/main" id="{6148C94E-304F-8F0B-E155-6601C4C23339}"/>
                </a:ext>
              </a:extLst>
            </p:cNvPr>
            <p:cNvSpPr txBox="1">
              <a:spLocks/>
            </p:cNvSpPr>
            <p:nvPr/>
          </p:nvSpPr>
          <p:spPr bwMode="auto">
            <a:xfrm>
              <a:off x="4672012" y="6853527"/>
              <a:ext cx="2562224" cy="1262180"/>
            </a:xfrm>
            <a:prstGeom prst="rect">
              <a:avLst/>
            </a:prstGeom>
            <a:noFill/>
            <a:ln>
              <a:noFill/>
            </a:ln>
          </p:spPr>
          <p:txBody>
            <a:bodyPr/>
            <a:lstStyle>
              <a:lvl1pPr marL="0" indent="0" algn="l" defTabSz="755650" rtl="0" eaLnBrk="0" fontAlgn="base" hangingPunct="0">
                <a:lnSpc>
                  <a:spcPct val="90000"/>
                </a:lnSpc>
                <a:spcBef>
                  <a:spcPts val="825"/>
                </a:spcBef>
                <a:spcAft>
                  <a:spcPct val="0"/>
                </a:spcAft>
                <a:buFont typeface="Arial" panose="020B0604020202020204" pitchFamily="34" charset="0"/>
                <a:buNone/>
                <a:defRPr sz="1984" b="1" kern="1200">
                  <a:solidFill>
                    <a:schemeClr val="tx1"/>
                  </a:solidFill>
                  <a:latin typeface="+mn-lt"/>
                  <a:ea typeface="+mn-ea"/>
                  <a:cs typeface="+mn-cs"/>
                </a:defRPr>
              </a:lvl1pPr>
              <a:lvl2pPr marL="377967" indent="0" algn="l" defTabSz="755650" rtl="0" eaLnBrk="0" fontAlgn="base" hangingPunct="0">
                <a:lnSpc>
                  <a:spcPct val="90000"/>
                </a:lnSpc>
                <a:spcBef>
                  <a:spcPts val="413"/>
                </a:spcBef>
                <a:spcAft>
                  <a:spcPct val="0"/>
                </a:spcAft>
                <a:buFont typeface="Arial" panose="020B0604020202020204" pitchFamily="34" charset="0"/>
                <a:buNone/>
                <a:defRPr sz="1653" b="1" kern="1200">
                  <a:solidFill>
                    <a:schemeClr val="tx1"/>
                  </a:solidFill>
                  <a:latin typeface="+mn-lt"/>
                  <a:ea typeface="+mn-ea"/>
                  <a:cs typeface="+mn-cs"/>
                </a:defRPr>
              </a:lvl2pPr>
              <a:lvl3pPr marL="755934" indent="0" algn="l" defTabSz="755650" rtl="0" eaLnBrk="0" fontAlgn="base" hangingPunct="0">
                <a:lnSpc>
                  <a:spcPct val="90000"/>
                </a:lnSpc>
                <a:spcBef>
                  <a:spcPts val="413"/>
                </a:spcBef>
                <a:spcAft>
                  <a:spcPct val="0"/>
                </a:spcAft>
                <a:buFont typeface="Arial" panose="020B0604020202020204" pitchFamily="34" charset="0"/>
                <a:buNone/>
                <a:defRPr sz="1488" b="1" kern="1200">
                  <a:solidFill>
                    <a:schemeClr val="tx1"/>
                  </a:solidFill>
                  <a:latin typeface="+mn-lt"/>
                  <a:ea typeface="+mn-ea"/>
                  <a:cs typeface="+mn-cs"/>
                </a:defRPr>
              </a:lvl3pPr>
              <a:lvl4pPr marL="1133902"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4pPr>
              <a:lvl5pPr marL="1511869" indent="0" algn="l" defTabSz="755650" rtl="0" eaLnBrk="0" fontAlgn="base" hangingPunct="0">
                <a:lnSpc>
                  <a:spcPct val="90000"/>
                </a:lnSpc>
                <a:spcBef>
                  <a:spcPts val="413"/>
                </a:spcBef>
                <a:spcAft>
                  <a:spcPct val="0"/>
                </a:spcAft>
                <a:buFont typeface="Arial" panose="020B0604020202020204" pitchFamily="34" charset="0"/>
                <a:buNone/>
                <a:defRPr sz="1323" b="1" kern="1200">
                  <a:solidFill>
                    <a:schemeClr val="tx1"/>
                  </a:solidFill>
                  <a:latin typeface="+mn-lt"/>
                  <a:ea typeface="+mn-ea"/>
                  <a:cs typeface="+mn-cs"/>
                </a:defRPr>
              </a:lvl5pPr>
              <a:lvl6pPr marL="1889836"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6pPr>
              <a:lvl7pPr marL="2267803"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7pPr>
              <a:lvl8pPr marL="2645771"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8pPr>
              <a:lvl9pPr marL="3023738" indent="0" algn="l" defTabSz="755934" rtl="0" eaLnBrk="1" latinLnBrk="0" hangingPunct="1">
                <a:lnSpc>
                  <a:spcPct val="90000"/>
                </a:lnSpc>
                <a:spcBef>
                  <a:spcPts val="413"/>
                </a:spcBef>
                <a:buFont typeface="Arial" panose="020B0604020202020204" pitchFamily="34" charset="0"/>
                <a:buNone/>
                <a:defRPr sz="1323" b="1" kern="1200">
                  <a:solidFill>
                    <a:schemeClr val="tx1"/>
                  </a:solidFill>
                  <a:latin typeface="+mn-lt"/>
                  <a:ea typeface="+mn-ea"/>
                  <a:cs typeface="+mn-cs"/>
                </a:defRPr>
              </a:lvl9pPr>
            </a:lstStyle>
            <a:p>
              <a:pPr defTabSz="755934" eaLnBrk="1" fontAlgn="auto" hangingPunct="1">
                <a:lnSpc>
                  <a:spcPct val="100000"/>
                </a:lnSpc>
                <a:spcBef>
                  <a:spcPts val="0"/>
                </a:spcBef>
                <a:spcAft>
                  <a:spcPts val="0"/>
                </a:spcAft>
                <a:defRPr/>
              </a:pPr>
              <a:r>
                <a:rPr lang="en-US" sz="1100" b="0" dirty="0">
                  <a:cs typeface="Arial" panose="020B0604020202020204" pitchFamily="34" charset="0"/>
                </a:rPr>
                <a:t>Issue Based Consulting</a:t>
              </a:r>
              <a:endParaRPr lang="fr-BE" sz="700" b="0" dirty="0">
                <a:cs typeface="Arial" panose="020B0604020202020204" pitchFamily="34" charset="0"/>
              </a:endParaRPr>
            </a:p>
            <a:p>
              <a:pPr defTabSz="755934" eaLnBrk="1" fontAlgn="auto" hangingPunct="1">
                <a:lnSpc>
                  <a:spcPct val="100000"/>
                </a:lnSpc>
                <a:spcBef>
                  <a:spcPts val="0"/>
                </a:spcBef>
                <a:spcAft>
                  <a:spcPts val="0"/>
                </a:spcAft>
                <a:defRPr/>
              </a:pPr>
              <a:r>
                <a:rPr lang="fr-BE" sz="800" dirty="0">
                  <a:solidFill>
                    <a:schemeClr val="bg1">
                      <a:lumMod val="85000"/>
                    </a:scheme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Microsoft Azure Solutions Architect Expert</a:t>
              </a:r>
              <a:endParaRPr lang="fr-BE" sz="800" b="0" dirty="0">
                <a:cs typeface="Arial" panose="020B0604020202020204" pitchFamily="34" charset="0"/>
              </a:endParaRPr>
            </a:p>
            <a:p>
              <a:pPr defTabSz="755934" eaLnBrk="1" fontAlgn="auto" hangingPunct="1">
                <a:lnSpc>
                  <a:spcPct val="100000"/>
                </a:lnSpc>
                <a:spcBef>
                  <a:spcPts val="0"/>
                </a:spcBef>
                <a:spcAft>
                  <a:spcPts val="0"/>
                </a:spcAft>
                <a:buFontTx/>
                <a:buNone/>
                <a:defRPr/>
              </a:pPr>
              <a:r>
                <a:rPr lang="fr-BE" sz="8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Google Cloud Professional Architect</a:t>
              </a:r>
            </a:p>
            <a:p>
              <a:pPr defTabSz="755934" eaLnBrk="1" fontAlgn="auto" hangingPunct="1">
                <a:lnSpc>
                  <a:spcPct val="100000"/>
                </a:lnSpc>
                <a:spcBef>
                  <a:spcPts val="0"/>
                </a:spcBef>
                <a:spcAft>
                  <a:spcPts val="0"/>
                </a:spcAft>
                <a:defRPr/>
              </a:pPr>
              <a:r>
                <a:rPr lang="fr-BE" sz="1100" b="0" dirty="0">
                  <a:solidFill>
                    <a:prstClr val="white">
                      <a:lumMod val="85000"/>
                    </a:prstClr>
                  </a:solidFill>
                  <a:cs typeface="Arial" panose="020B0604020202020204" pitchFamily="34" charset="0"/>
                </a:rPr>
                <a:t>-------------------------------------------------------</a:t>
              </a:r>
            </a:p>
            <a:p>
              <a:pPr defTabSz="755934" eaLnBrk="1" fontAlgn="auto" hangingPunct="1">
                <a:lnSpc>
                  <a:spcPct val="100000"/>
                </a:lnSpc>
                <a:spcBef>
                  <a:spcPts val="0"/>
                </a:spcBef>
                <a:spcAft>
                  <a:spcPts val="0"/>
                </a:spcAft>
                <a:defRPr/>
              </a:pPr>
              <a:r>
                <a:rPr lang="en-US" sz="1100" b="0" dirty="0">
                  <a:cs typeface="Arial" panose="020B0604020202020204" pitchFamily="34" charset="0"/>
                </a:rPr>
                <a:t>Agile Explorer</a:t>
              </a:r>
            </a:p>
            <a:p>
              <a:pPr defTabSz="755934" eaLnBrk="1" fontAlgn="auto" hangingPunct="1">
                <a:lnSpc>
                  <a:spcPct val="100000"/>
                </a:lnSpc>
                <a:spcBef>
                  <a:spcPts val="0"/>
                </a:spcBef>
                <a:spcAft>
                  <a:spcPts val="0"/>
                </a:spcAft>
                <a:defRPr/>
              </a:pPr>
              <a:endParaRPr lang="en-US" sz="1100" b="0" dirty="0">
                <a:cs typeface="Arial" panose="020B0604020202020204" pitchFamily="34" charset="0"/>
              </a:endParaRPr>
            </a:p>
            <a:p>
              <a:pPr defTabSz="755934" eaLnBrk="1" fontAlgn="auto" hangingPunct="1">
                <a:lnSpc>
                  <a:spcPts val="0"/>
                </a:lnSpc>
                <a:spcBef>
                  <a:spcPts val="0"/>
                </a:spcBef>
                <a:spcAft>
                  <a:spcPts val="300"/>
                </a:spcAft>
                <a:defRPr/>
              </a:pPr>
              <a:endParaRPr lang="fr-BE" sz="800" b="0" dirty="0">
                <a:cs typeface="Arial" panose="020B0604020202020204" pitchFamily="34" charset="0"/>
              </a:endParaRPr>
            </a:p>
          </p:txBody>
        </p:sp>
        <p:cxnSp>
          <p:nvCxnSpPr>
            <p:cNvPr id="6" name="Straight Connector 5">
              <a:extLst>
                <a:ext uri="{FF2B5EF4-FFF2-40B4-BE49-F238E27FC236}">
                  <a16:creationId xmlns:a16="http://schemas.microsoft.com/office/drawing/2014/main" id="{313831CD-B5AC-2C6B-53FE-27A8F152DFAC}"/>
                </a:ext>
              </a:extLst>
            </p:cNvPr>
            <p:cNvCxnSpPr>
              <a:cxnSpLocks/>
            </p:cNvCxnSpPr>
            <p:nvPr/>
          </p:nvCxnSpPr>
          <p:spPr bwMode="auto">
            <a:xfrm>
              <a:off x="4752975" y="6785259"/>
              <a:ext cx="2533649" cy="6351"/>
            </a:xfrm>
            <a:prstGeom prst="line">
              <a:avLst/>
            </a:prstGeom>
            <a:ln/>
          </p:spPr>
          <p:style>
            <a:lnRef idx="3">
              <a:schemeClr val="dk1"/>
            </a:lnRef>
            <a:fillRef idx="0">
              <a:schemeClr val="dk1"/>
            </a:fillRef>
            <a:effectRef idx="2">
              <a:schemeClr val="dk1"/>
            </a:effectRef>
            <a:fontRef idx="minor">
              <a:schemeClr val="tx1"/>
            </a:fontRef>
          </p:style>
        </p:cxnSp>
        <p:sp>
          <p:nvSpPr>
            <p:cNvPr id="7" name="Text Placeholder 4">
              <a:extLst>
                <a:ext uri="{FF2B5EF4-FFF2-40B4-BE49-F238E27FC236}">
                  <a16:creationId xmlns:a16="http://schemas.microsoft.com/office/drawing/2014/main" id="{D960A8BC-A9E7-03C4-9B58-BA6782C50D97}"/>
                </a:ext>
              </a:extLst>
            </p:cNvPr>
            <p:cNvSpPr txBox="1">
              <a:spLocks/>
            </p:cNvSpPr>
            <p:nvPr/>
          </p:nvSpPr>
          <p:spPr bwMode="auto">
            <a:xfrm>
              <a:off x="4657725" y="6547112"/>
              <a:ext cx="2346324" cy="271487"/>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KEY TRAININGS</a:t>
              </a:r>
            </a:p>
          </p:txBody>
        </p:sp>
      </p:grpSp>
      <p:grpSp>
        <p:nvGrpSpPr>
          <p:cNvPr id="4104" name="Group 11">
            <a:extLst>
              <a:ext uri="{FF2B5EF4-FFF2-40B4-BE49-F238E27FC236}">
                <a16:creationId xmlns:a16="http://schemas.microsoft.com/office/drawing/2014/main" id="{9DC4D8B0-FC30-2C71-0C9D-B243DBBA9730}"/>
              </a:ext>
            </a:extLst>
          </p:cNvPr>
          <p:cNvGrpSpPr>
            <a:grpSpLocks/>
          </p:cNvGrpSpPr>
          <p:nvPr/>
        </p:nvGrpSpPr>
        <p:grpSpPr bwMode="auto">
          <a:xfrm>
            <a:off x="157163" y="4302128"/>
            <a:ext cx="4478337" cy="6202758"/>
            <a:chOff x="214313" y="3844930"/>
            <a:chExt cx="4084297" cy="6202440"/>
          </a:xfrm>
        </p:grpSpPr>
        <p:grpSp>
          <p:nvGrpSpPr>
            <p:cNvPr id="4105" name="Group 4144">
              <a:extLst>
                <a:ext uri="{FF2B5EF4-FFF2-40B4-BE49-F238E27FC236}">
                  <a16:creationId xmlns:a16="http://schemas.microsoft.com/office/drawing/2014/main" id="{F6ADAB24-FE59-FF78-7B18-D92E49BAEFBD}"/>
                </a:ext>
              </a:extLst>
            </p:cNvPr>
            <p:cNvGrpSpPr>
              <a:grpSpLocks/>
            </p:cNvGrpSpPr>
            <p:nvPr/>
          </p:nvGrpSpPr>
          <p:grpSpPr bwMode="auto">
            <a:xfrm>
              <a:off x="243269" y="3844930"/>
              <a:ext cx="4055341" cy="1288648"/>
              <a:chOff x="297244" y="2706551"/>
              <a:chExt cx="4055342" cy="1288702"/>
            </a:xfrm>
          </p:grpSpPr>
          <p:sp>
            <p:nvSpPr>
              <p:cNvPr id="4123" name="Text Placeholder 4">
                <a:extLst>
                  <a:ext uri="{FF2B5EF4-FFF2-40B4-BE49-F238E27FC236}">
                    <a16:creationId xmlns:a16="http://schemas.microsoft.com/office/drawing/2014/main" id="{D4147716-43EA-1D87-2E3D-FEDDB425D9EF}"/>
                  </a:ext>
                </a:extLst>
              </p:cNvPr>
              <p:cNvSpPr txBox="1">
                <a:spLocks/>
              </p:cNvSpPr>
              <p:nvPr/>
            </p:nvSpPr>
            <p:spPr bwMode="auto">
              <a:xfrm>
                <a:off x="297244" y="2706551"/>
                <a:ext cx="4055342" cy="273048"/>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WORK EXPERIENCE</a:t>
                </a:r>
              </a:p>
            </p:txBody>
          </p:sp>
          <p:cxnSp>
            <p:nvCxnSpPr>
              <p:cNvPr id="96" name="Straight Connector 95">
                <a:extLst>
                  <a:ext uri="{FF2B5EF4-FFF2-40B4-BE49-F238E27FC236}">
                    <a16:creationId xmlns:a16="http://schemas.microsoft.com/office/drawing/2014/main" id="{16946097-6AA7-0983-6EC8-AE93D36BFFC5}"/>
                  </a:ext>
                </a:extLst>
              </p:cNvPr>
              <p:cNvCxnSpPr/>
              <p:nvPr/>
            </p:nvCxnSpPr>
            <p:spPr bwMode="auto">
              <a:xfrm>
                <a:off x="373978" y="2939912"/>
                <a:ext cx="3952547" cy="0"/>
              </a:xfrm>
              <a:prstGeom prst="line">
                <a:avLst/>
              </a:prstGeom>
              <a:ln/>
            </p:spPr>
            <p:style>
              <a:lnRef idx="3">
                <a:schemeClr val="dk1"/>
              </a:lnRef>
              <a:fillRef idx="0">
                <a:schemeClr val="dk1"/>
              </a:fillRef>
              <a:effectRef idx="2">
                <a:schemeClr val="dk1"/>
              </a:effectRef>
              <a:fontRef idx="minor">
                <a:schemeClr val="tx1"/>
              </a:fontRef>
            </p:style>
          </p:cxnSp>
          <p:sp>
            <p:nvSpPr>
              <p:cNvPr id="38" name="TextBox 37">
                <a:extLst>
                  <a:ext uri="{FF2B5EF4-FFF2-40B4-BE49-F238E27FC236}">
                    <a16:creationId xmlns:a16="http://schemas.microsoft.com/office/drawing/2014/main" id="{087581D2-AE41-3B50-D89B-1F398393F2D4}"/>
                  </a:ext>
                </a:extLst>
              </p:cNvPr>
              <p:cNvSpPr txBox="1"/>
              <p:nvPr/>
            </p:nvSpPr>
            <p:spPr>
              <a:xfrm>
                <a:off x="343575" y="2979599"/>
                <a:ext cx="3953994" cy="1015654"/>
              </a:xfrm>
              <a:prstGeom prst="rect">
                <a:avLst/>
              </a:prstGeom>
              <a:noFill/>
            </p:spPr>
            <p:txBody>
              <a:bodyPr>
                <a:spAutoFit/>
              </a:bodyPr>
              <a:lstStyle/>
              <a:p>
                <a:pPr>
                  <a:defRPr/>
                </a:pPr>
                <a:r>
                  <a:rPr lang="en-US" sz="1000" b="1" dirty="0">
                    <a:solidFill>
                      <a:srgbClr val="3C8C4F"/>
                    </a:solidFill>
                    <a:latin typeface="+mn-lt"/>
                    <a:cs typeface="Arial" panose="020B0604020202020204" pitchFamily="34" charset="0"/>
                  </a:rPr>
                  <a:t>• Senior Managing Consultant at Kyndryl</a:t>
                </a:r>
                <a:r>
                  <a:rPr lang="en-US" sz="1000" dirty="0">
                    <a:latin typeface="+mn-lt"/>
                    <a:cs typeface="Arial" panose="020B0604020202020204" pitchFamily="34" charset="0"/>
                  </a:rPr>
                  <a:t> (India/Luxembourg) ▪ Jul 2021 – now</a:t>
                </a:r>
                <a:r>
                  <a:rPr lang="en-US" sz="1000" b="1" dirty="0">
                    <a:solidFill>
                      <a:srgbClr val="3C8C4F"/>
                    </a:solidFill>
                    <a:latin typeface="+mn-lt"/>
                    <a:cs typeface="Arial" panose="020B0604020202020204" pitchFamily="34" charset="0"/>
                  </a:rPr>
                  <a:t>.</a:t>
                </a:r>
              </a:p>
              <a:p>
                <a:pPr>
                  <a:defRPr/>
                </a:pPr>
                <a:r>
                  <a:rPr lang="en-US" sz="1000" b="1" dirty="0">
                    <a:solidFill>
                      <a:srgbClr val="3C8C4F"/>
                    </a:solidFill>
                    <a:latin typeface="+mn-lt"/>
                    <a:cs typeface="Arial" panose="020B0604020202020204" pitchFamily="34" charset="0"/>
                  </a:rPr>
                  <a:t>• Principal Consultant at Arcadis </a:t>
                </a:r>
                <a:r>
                  <a:rPr lang="en-US" sz="1000" dirty="0">
                    <a:latin typeface="+mn-lt"/>
                    <a:cs typeface="Arial" panose="020B0604020202020204" pitchFamily="34" charset="0"/>
                  </a:rPr>
                  <a:t>(India/Netherlands) ▪ Feb 2019 – Jun 2021.</a:t>
                </a:r>
              </a:p>
              <a:p>
                <a:pPr>
                  <a:defRPr/>
                </a:pPr>
                <a:r>
                  <a:rPr lang="en-US" sz="1000" b="1" dirty="0">
                    <a:solidFill>
                      <a:srgbClr val="3C8C4F"/>
                    </a:solidFill>
                    <a:latin typeface="+mn-lt"/>
                    <a:cs typeface="Arial" panose="020B0604020202020204" pitchFamily="34" charset="0"/>
                  </a:rPr>
                  <a:t>• Technical Lead at CSS Corp </a:t>
                </a:r>
                <a:r>
                  <a:rPr lang="en-US" sz="1000" dirty="0">
                    <a:latin typeface="+mn-lt"/>
                    <a:cs typeface="Arial" panose="020B0604020202020204" pitchFamily="34" charset="0"/>
                  </a:rPr>
                  <a:t>(India) ▪ Feb 2017 – Feb 2019. </a:t>
                </a:r>
              </a:p>
              <a:p>
                <a:pPr>
                  <a:defRPr/>
                </a:pPr>
                <a:r>
                  <a:rPr lang="en-US" sz="1000" b="1" dirty="0">
                    <a:solidFill>
                      <a:srgbClr val="3C8C4F"/>
                    </a:solidFill>
                    <a:latin typeface="+mn-lt"/>
                    <a:cs typeface="Arial" panose="020B0604020202020204" pitchFamily="34" charset="0"/>
                  </a:rPr>
                  <a:t>• SE-II at </a:t>
                </a:r>
                <a:r>
                  <a:rPr lang="en-US" sz="1000" b="1" dirty="0" err="1">
                    <a:solidFill>
                      <a:srgbClr val="3C8C4F"/>
                    </a:solidFill>
                    <a:latin typeface="+mn-lt"/>
                    <a:cs typeface="Arial" panose="020B0604020202020204" pitchFamily="34" charset="0"/>
                  </a:rPr>
                  <a:t>Winjit</a:t>
                </a:r>
                <a:r>
                  <a:rPr lang="en-US" sz="1000" b="1" dirty="0">
                    <a:solidFill>
                      <a:srgbClr val="3C8C4F"/>
                    </a:solidFill>
                    <a:latin typeface="+mn-lt"/>
                    <a:cs typeface="Arial" panose="020B0604020202020204" pitchFamily="34" charset="0"/>
                  </a:rPr>
                  <a:t> Technologies</a:t>
                </a:r>
                <a:r>
                  <a:rPr lang="en-US" sz="1000" dirty="0">
                    <a:latin typeface="+mn-lt"/>
                    <a:cs typeface="Arial" panose="020B0604020202020204" pitchFamily="34" charset="0"/>
                  </a:rPr>
                  <a:t> (South Africa) ▪ Mar 2016 – Feb 2017. </a:t>
                </a:r>
              </a:p>
              <a:p>
                <a:pPr>
                  <a:defRPr/>
                </a:pPr>
                <a:r>
                  <a:rPr lang="en-US" sz="1000" b="1" dirty="0">
                    <a:solidFill>
                      <a:srgbClr val="3C8C4F"/>
                    </a:solidFill>
                    <a:latin typeface="+mn-lt"/>
                    <a:cs typeface="Arial" panose="020B0604020202020204" pitchFamily="34" charset="0"/>
                  </a:rPr>
                  <a:t>• SE-I at </a:t>
                </a:r>
                <a:r>
                  <a:rPr lang="en-US" sz="1000" b="1" dirty="0" err="1">
                    <a:solidFill>
                      <a:srgbClr val="3C8C4F"/>
                    </a:solidFill>
                    <a:latin typeface="+mn-lt"/>
                    <a:cs typeface="Arial" panose="020B0604020202020204" pitchFamily="34" charset="0"/>
                  </a:rPr>
                  <a:t>Netwin</a:t>
                </a:r>
                <a:r>
                  <a:rPr lang="en-US" sz="1000" b="1" dirty="0">
                    <a:solidFill>
                      <a:srgbClr val="3C8C4F"/>
                    </a:solidFill>
                    <a:latin typeface="+mn-lt"/>
                    <a:cs typeface="Arial" panose="020B0604020202020204" pitchFamily="34" charset="0"/>
                  </a:rPr>
                  <a:t> Infosolutions </a:t>
                </a:r>
                <a:r>
                  <a:rPr lang="en-US" sz="1000" dirty="0">
                    <a:latin typeface="+mn-lt"/>
                    <a:cs typeface="Arial" panose="020B0604020202020204" pitchFamily="34" charset="0"/>
                  </a:rPr>
                  <a:t>(India) ▪ Dec 2014 – Mar 2016.               </a:t>
                </a:r>
              </a:p>
              <a:p>
                <a:pPr>
                  <a:defRPr/>
                </a:pPr>
                <a:r>
                  <a:rPr lang="en-US" sz="1000" b="1" dirty="0">
                    <a:solidFill>
                      <a:srgbClr val="3C8C4F"/>
                    </a:solidFill>
                    <a:latin typeface="+mn-lt"/>
                    <a:cs typeface="Arial" panose="020B0604020202020204" pitchFamily="34" charset="0"/>
                  </a:rPr>
                  <a:t>• Graduate at Solvent Software Solutions </a:t>
                </a:r>
                <a:r>
                  <a:rPr lang="en-US" sz="1000" dirty="0">
                    <a:latin typeface="+mn-lt"/>
                    <a:cs typeface="Arial" panose="020B0604020202020204" pitchFamily="34" charset="0"/>
                  </a:rPr>
                  <a:t>(India) ▪ Apr 2012 – Dec 2014.</a:t>
                </a:r>
              </a:p>
            </p:txBody>
          </p:sp>
        </p:grpSp>
        <p:sp>
          <p:nvSpPr>
            <p:cNvPr id="9" name="Text Placeholder 4">
              <a:extLst>
                <a:ext uri="{FF2B5EF4-FFF2-40B4-BE49-F238E27FC236}">
                  <a16:creationId xmlns:a16="http://schemas.microsoft.com/office/drawing/2014/main" id="{9457F9FE-44BF-88D0-F977-A433485AE1B1}"/>
                </a:ext>
              </a:extLst>
            </p:cNvPr>
            <p:cNvSpPr txBox="1">
              <a:spLocks/>
            </p:cNvSpPr>
            <p:nvPr/>
          </p:nvSpPr>
          <p:spPr bwMode="auto">
            <a:xfrm>
              <a:off x="214313" y="5462508"/>
              <a:ext cx="4055341" cy="273036"/>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PROJECT EXPERIENCE</a:t>
              </a:r>
            </a:p>
          </p:txBody>
        </p:sp>
        <p:cxnSp>
          <p:nvCxnSpPr>
            <p:cNvPr id="10" name="Straight Connector 9">
              <a:extLst>
                <a:ext uri="{FF2B5EF4-FFF2-40B4-BE49-F238E27FC236}">
                  <a16:creationId xmlns:a16="http://schemas.microsoft.com/office/drawing/2014/main" id="{8951DAFE-FA3A-B724-0886-3AA6F4EF3F98}"/>
                </a:ext>
              </a:extLst>
            </p:cNvPr>
            <p:cNvCxnSpPr/>
            <p:nvPr/>
          </p:nvCxnSpPr>
          <p:spPr bwMode="auto">
            <a:xfrm>
              <a:off x="291047" y="5695858"/>
              <a:ext cx="3953994" cy="0"/>
            </a:xfrm>
            <a:prstGeom prst="line">
              <a:avLst/>
            </a:prstGeom>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BDCE28B0-C367-5C00-F7BB-F83560D667A0}"/>
                </a:ext>
              </a:extLst>
            </p:cNvPr>
            <p:cNvSpPr txBox="1"/>
            <p:nvPr/>
          </p:nvSpPr>
          <p:spPr bwMode="auto">
            <a:xfrm>
              <a:off x="251956" y="5738719"/>
              <a:ext cx="3955442" cy="4308651"/>
            </a:xfrm>
            <a:prstGeom prst="rect">
              <a:avLst/>
            </a:prstGeom>
            <a:noFill/>
          </p:spPr>
          <p:txBody>
            <a:bodyPr>
              <a:spAutoFit/>
            </a:bodyPr>
            <a:lstStyle/>
            <a:p>
              <a:r>
                <a:rPr lang="en-US" sz="1000" b="1" dirty="0">
                  <a:solidFill>
                    <a:srgbClr val="3C8C4F"/>
                  </a:solidFill>
                  <a:cs typeface="Arial" panose="020B0604020202020204" pitchFamily="34" charset="0"/>
                </a:rPr>
                <a:t>Senior Managing Consultant | Kyndryl</a:t>
              </a:r>
              <a:endParaRPr lang="en-US" sz="1000" dirty="0"/>
            </a:p>
            <a:p>
              <a:r>
                <a:rPr lang="en-US" dirty="0"/>
                <a:t>Trusted advisor to financial and insurance clients, leading data and AI transformation programs on Azure and Google Cloud.</a:t>
              </a:r>
            </a:p>
            <a:p>
              <a:pPr marL="171450" indent="-171450">
                <a:buFont typeface="Arial" panose="020B0604020202020204" pitchFamily="34" charset="0"/>
                <a:buChar char="•"/>
              </a:pPr>
              <a:r>
                <a:rPr lang="en-US" dirty="0"/>
                <a:t>Designed and implemented enterprise-scale data platforms enabling advanced analytics, reporting, and AI adoption.</a:t>
              </a:r>
            </a:p>
            <a:p>
              <a:pPr marL="171450" indent="-171450">
                <a:buFont typeface="Arial" panose="020B0604020202020204" pitchFamily="34" charset="0"/>
                <a:buChar char="•"/>
              </a:pPr>
              <a:r>
                <a:rPr lang="en-US" dirty="0"/>
                <a:t>Partnered with C-suite stakeholders to define data maturity roadmaps, governance frameworks, and compliance strategies (GDPR, CSSF).</a:t>
              </a:r>
            </a:p>
            <a:p>
              <a:pPr marL="171450" indent="-171450">
                <a:buFont typeface="Arial" panose="020B0604020202020204" pitchFamily="34" charset="0"/>
                <a:buChar char="•"/>
              </a:pPr>
              <a:r>
                <a:rPr lang="en-US" dirty="0"/>
                <a:t>Led presales and consulting engagements, delivering proofs of concept in GenAI, automation, and cloud cost optimization (FinOps).</a:t>
              </a:r>
            </a:p>
            <a:p>
              <a:pPr marL="171450" indent="-171450">
                <a:buFont typeface="Arial" panose="020B0604020202020204" pitchFamily="34" charset="0"/>
                <a:buChar char="•"/>
              </a:pPr>
              <a:r>
                <a:rPr lang="en-US" dirty="0"/>
                <a:t>Guided multi-disciplinary teams to ensure secure, compliant, and sustainable outcomes with measurable business impact.</a:t>
              </a:r>
            </a:p>
            <a:p>
              <a:pPr marL="171450" indent="-171450">
                <a:buFont typeface="Arial" panose="020B0604020202020204" pitchFamily="34" charset="0"/>
                <a:buChar char="•"/>
              </a:pPr>
              <a:r>
                <a:rPr lang="en-US" dirty="0"/>
                <a:t>Enabled BIL (Banque </a:t>
              </a:r>
              <a:r>
                <a:rPr lang="en-US" dirty="0" err="1"/>
                <a:t>Internationale</a:t>
              </a:r>
              <a:r>
                <a:rPr lang="en-US" dirty="0"/>
                <a:t> à Luxembourg) with a modern Azure Data Lake–based reporting solution, improving SLA monitoring and regulatory reporting efficiency.</a:t>
              </a:r>
            </a:p>
            <a:p>
              <a:pPr marL="171450" indent="-171450">
                <a:buFont typeface="Arial" panose="020B0604020202020204" pitchFamily="34" charset="0"/>
                <a:buChar char="•"/>
              </a:pPr>
              <a:r>
                <a:rPr lang="en-US" dirty="0"/>
                <a:t>Delivered a centralized reporting platform for CACEIS leveraging Azure Data Lake and ADF, providing scalable analytics and compliance-driven insights for global asset servicing.</a:t>
              </a:r>
            </a:p>
            <a:p>
              <a:pPr marL="171450" indent="-171450">
                <a:buFont typeface="Arial" panose="020B0604020202020204" pitchFamily="34" charset="0"/>
                <a:buChar char="•"/>
              </a:pPr>
              <a:r>
                <a:rPr lang="en-US" dirty="0"/>
                <a:t>Engaged with Ferrero in presales on Data Governance strategy, shaping a roadmap for unified and governed data estate.</a:t>
              </a:r>
            </a:p>
            <a:p>
              <a:pPr marL="171450" indent="-171450">
                <a:buFont typeface="Arial" panose="020B0604020202020204" pitchFamily="34" charset="0"/>
                <a:buChar char="•"/>
              </a:pPr>
              <a:r>
                <a:rPr lang="en-US" dirty="0"/>
                <a:t>Partnered with AXA in presales to design a Claims Classification Machine Learning Model, enabling faster and more accurate case handling.</a:t>
              </a:r>
            </a:p>
            <a:p>
              <a:pPr marL="171450" indent="-171450">
                <a:buFont typeface="Arial" panose="020B0604020202020204" pitchFamily="34" charset="0"/>
                <a:buChar char="•"/>
              </a:pPr>
              <a:r>
                <a:rPr lang="en-US" dirty="0"/>
                <a:t>Collaborated with CFL (Luxembourg Railways) on presales initiatives including FinOps optimization and a Worker Safety AI solution.</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58E04D-65AA-0A49-E420-A27F102D873A}"/>
              </a:ext>
            </a:extLst>
          </p:cNvPr>
          <p:cNvSpPr>
            <a:spLocks noGrp="1"/>
          </p:cNvSpPr>
          <p:nvPr>
            <p:ph type="body" idx="1"/>
          </p:nvPr>
        </p:nvSpPr>
        <p:spPr>
          <a:xfrm>
            <a:off x="3744913" y="322263"/>
            <a:ext cx="3489325" cy="488950"/>
          </a:xfrm>
        </p:spPr>
        <p:txBody>
          <a:bodyPr rtlCol="0" anchor="t">
            <a:normAutofit fontScale="92500" lnSpcReduction="10000"/>
          </a:bodyPr>
          <a:lstStyle/>
          <a:p>
            <a:pPr algn="r" defTabSz="755934" eaLnBrk="1" fontAlgn="auto" hangingPunct="1">
              <a:lnSpc>
                <a:spcPct val="100000"/>
              </a:lnSpc>
              <a:spcBef>
                <a:spcPts val="827"/>
              </a:spcBef>
              <a:spcAft>
                <a:spcPts val="0"/>
              </a:spcAft>
              <a:defRPr/>
            </a:pPr>
            <a:r>
              <a:rPr lang="fr-BE" sz="3022" dirty="0">
                <a:cs typeface="Arial" panose="020B0604020202020204" pitchFamily="34" charset="0"/>
              </a:rPr>
              <a:t>Nagarjuna Reddy</a:t>
            </a:r>
            <a:endParaRPr lang="en-US" sz="3022" dirty="0">
              <a:cs typeface="Arial" panose="020B0604020202020204" pitchFamily="34" charset="0"/>
            </a:endParaRPr>
          </a:p>
        </p:txBody>
      </p:sp>
      <p:sp>
        <p:nvSpPr>
          <p:cNvPr id="4099" name="Text Placeholder 4">
            <a:extLst>
              <a:ext uri="{FF2B5EF4-FFF2-40B4-BE49-F238E27FC236}">
                <a16:creationId xmlns:a16="http://schemas.microsoft.com/office/drawing/2014/main" id="{44761448-8E22-603C-97A0-C6F003C9B966}"/>
              </a:ext>
            </a:extLst>
          </p:cNvPr>
          <p:cNvSpPr txBox="1">
            <a:spLocks/>
          </p:cNvSpPr>
          <p:nvPr/>
        </p:nvSpPr>
        <p:spPr bwMode="auto">
          <a:xfrm>
            <a:off x="3390900" y="835025"/>
            <a:ext cx="3876675" cy="587375"/>
          </a:xfrm>
          <a:prstGeom prst="rect">
            <a:avLst/>
          </a:prstGeom>
          <a:noFill/>
          <a:ln>
            <a:noFill/>
          </a:ln>
        </p:spPr>
        <p:txBody>
          <a:bodyPr lIns="98694" tIns="49347" rIns="98694" bIns="49347"/>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algn="r" eaLnBrk="1" hangingPunct="1">
              <a:spcBef>
                <a:spcPts val="563"/>
              </a:spcBef>
              <a:buNone/>
              <a:defRPr/>
            </a:pPr>
            <a:r>
              <a:rPr lang="fr-BE" altLang="en-US" sz="2000" b="1" dirty="0">
                <a:solidFill>
                  <a:srgbClr val="3C8C4F"/>
                </a:solidFill>
                <a:cs typeface="Arial" panose="020B0604020202020204" pitchFamily="34" charset="0"/>
              </a:rPr>
              <a:t>ADAI Consultant</a:t>
            </a:r>
          </a:p>
        </p:txBody>
      </p:sp>
      <p:pic>
        <p:nvPicPr>
          <p:cNvPr id="6148" name="Picture 66">
            <a:extLst>
              <a:ext uri="{FF2B5EF4-FFF2-40B4-BE49-F238E27FC236}">
                <a16:creationId xmlns:a16="http://schemas.microsoft.com/office/drawing/2014/main" id="{C1D78831-C918-FE65-59D4-6CB92F85CA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88" y="284163"/>
            <a:ext cx="23812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149" name="Group 11">
            <a:extLst>
              <a:ext uri="{FF2B5EF4-FFF2-40B4-BE49-F238E27FC236}">
                <a16:creationId xmlns:a16="http://schemas.microsoft.com/office/drawing/2014/main" id="{E05C77E5-D402-6164-83CC-0FE23F83F247}"/>
              </a:ext>
            </a:extLst>
          </p:cNvPr>
          <p:cNvGrpSpPr>
            <a:grpSpLocks/>
          </p:cNvGrpSpPr>
          <p:nvPr/>
        </p:nvGrpSpPr>
        <p:grpSpPr bwMode="auto">
          <a:xfrm>
            <a:off x="214313" y="1528763"/>
            <a:ext cx="4446587" cy="7062698"/>
            <a:chOff x="214313" y="5462090"/>
            <a:chExt cx="4056062" cy="7063839"/>
          </a:xfrm>
        </p:grpSpPr>
        <p:sp>
          <p:nvSpPr>
            <p:cNvPr id="9" name="Text Placeholder 4">
              <a:extLst>
                <a:ext uri="{FF2B5EF4-FFF2-40B4-BE49-F238E27FC236}">
                  <a16:creationId xmlns:a16="http://schemas.microsoft.com/office/drawing/2014/main" id="{E2DE9CBC-EF19-8803-8DE1-4BD26F29E2BD}"/>
                </a:ext>
              </a:extLst>
            </p:cNvPr>
            <p:cNvSpPr txBox="1">
              <a:spLocks/>
            </p:cNvSpPr>
            <p:nvPr/>
          </p:nvSpPr>
          <p:spPr bwMode="auto">
            <a:xfrm>
              <a:off x="214313" y="5462090"/>
              <a:ext cx="4056062" cy="273094"/>
            </a:xfrm>
            <a:prstGeom prst="rect">
              <a:avLst/>
            </a:prstGeom>
            <a:noFill/>
            <a:ln>
              <a:noFill/>
            </a:ln>
          </p:spPr>
          <p:txBody>
            <a:bodyPr lIns="98694" tIns="49347" rIns="98694" bIns="49347" anchor="b"/>
            <a:lstStyle>
              <a:lvl1pPr defTabSz="514350">
                <a:lnSpc>
                  <a:spcPct val="90000"/>
                </a:lnSpc>
                <a:spcBef>
                  <a:spcPts val="825"/>
                </a:spcBef>
                <a:buFont typeface="Arial" panose="020B0604020202020204" pitchFamily="34" charset="0"/>
                <a:buChar char="•"/>
                <a:defRPr sz="2300">
                  <a:solidFill>
                    <a:schemeClr val="tx1"/>
                  </a:solidFill>
                  <a:latin typeface="Calibri" panose="020F0502020204030204" pitchFamily="34" charset="0"/>
                </a:defRPr>
              </a:lvl1pPr>
              <a:lvl2pPr marL="257175" indent="-188913" defTabSz="514350">
                <a:lnSpc>
                  <a:spcPct val="90000"/>
                </a:lnSpc>
                <a:spcBef>
                  <a:spcPts val="413"/>
                </a:spcBef>
                <a:buFont typeface="Arial" panose="020B0604020202020204" pitchFamily="34" charset="0"/>
                <a:buChar char="•"/>
                <a:defRPr sz="1900">
                  <a:solidFill>
                    <a:schemeClr val="tx1"/>
                  </a:solidFill>
                  <a:latin typeface="Calibri" panose="020F0502020204030204" pitchFamily="34" charset="0"/>
                </a:defRPr>
              </a:lvl2pPr>
              <a:lvl3pPr marL="514350" indent="-188913" defTabSz="514350">
                <a:lnSpc>
                  <a:spcPct val="90000"/>
                </a:lnSpc>
                <a:spcBef>
                  <a:spcPts val="413"/>
                </a:spcBef>
                <a:buFont typeface="Arial" panose="020B0604020202020204" pitchFamily="34" charset="0"/>
                <a:buChar char="•"/>
                <a:defRPr sz="1600">
                  <a:solidFill>
                    <a:schemeClr val="tx1"/>
                  </a:solidFill>
                  <a:latin typeface="Calibri" panose="020F0502020204030204" pitchFamily="34" charset="0"/>
                </a:defRPr>
              </a:lvl3pPr>
              <a:lvl4pPr marL="771525"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4pPr>
              <a:lvl5pPr marL="1028700" indent="-188913" defTabSz="514350">
                <a:lnSpc>
                  <a:spcPct val="90000"/>
                </a:lnSpc>
                <a:spcBef>
                  <a:spcPts val="413"/>
                </a:spcBef>
                <a:buFont typeface="Arial" panose="020B0604020202020204" pitchFamily="34" charset="0"/>
                <a:buChar char="•"/>
                <a:defRPr sz="1400">
                  <a:solidFill>
                    <a:schemeClr val="tx1"/>
                  </a:solidFill>
                  <a:latin typeface="Calibri" panose="020F0502020204030204" pitchFamily="34" charset="0"/>
                </a:defRPr>
              </a:lvl5pPr>
              <a:lvl6pPr marL="14859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6pPr>
              <a:lvl7pPr marL="19431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7pPr>
              <a:lvl8pPr marL="24003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8pPr>
              <a:lvl9pPr marL="2857500" indent="-188913" defTabSz="514350" eaLnBrk="0" fontAlgn="base" hangingPunct="0">
                <a:lnSpc>
                  <a:spcPct val="90000"/>
                </a:lnSpc>
                <a:spcBef>
                  <a:spcPts val="413"/>
                </a:spcBef>
                <a:spcAft>
                  <a:spcPct val="0"/>
                </a:spcAft>
                <a:buFont typeface="Arial" panose="020B0604020202020204" pitchFamily="34" charset="0"/>
                <a:buChar char="•"/>
                <a:defRPr sz="1400">
                  <a:solidFill>
                    <a:schemeClr val="tx1"/>
                  </a:solidFill>
                  <a:latin typeface="Calibri" panose="020F0502020204030204" pitchFamily="34" charset="0"/>
                </a:defRPr>
              </a:lvl9pPr>
            </a:lstStyle>
            <a:p>
              <a:pPr eaLnBrk="1" hangingPunct="1">
                <a:spcBef>
                  <a:spcPts val="563"/>
                </a:spcBef>
                <a:buFont typeface="Arial" panose="020B0604020202020204" pitchFamily="34" charset="0"/>
                <a:buNone/>
                <a:defRPr/>
              </a:pPr>
              <a:r>
                <a:rPr lang="fr-BE" altLang="en-US" sz="1600" b="1" dirty="0">
                  <a:solidFill>
                    <a:srgbClr val="FC4024"/>
                  </a:solidFill>
                  <a:latin typeface="+mn-lt"/>
                  <a:cs typeface="Arial" panose="020B0604020202020204" pitchFamily="34" charset="0"/>
                  <a:sym typeface="Webdings" panose="05030102010509060703" pitchFamily="18" charset="2"/>
                </a:rPr>
                <a:t>PROJECT EXPERIENCE</a:t>
              </a:r>
            </a:p>
          </p:txBody>
        </p:sp>
        <p:cxnSp>
          <p:nvCxnSpPr>
            <p:cNvPr id="10" name="Straight Connector 9">
              <a:extLst>
                <a:ext uri="{FF2B5EF4-FFF2-40B4-BE49-F238E27FC236}">
                  <a16:creationId xmlns:a16="http://schemas.microsoft.com/office/drawing/2014/main" id="{8752C9A4-920A-D10E-3C47-7D366AE973DD}"/>
                </a:ext>
              </a:extLst>
            </p:cNvPr>
            <p:cNvCxnSpPr/>
            <p:nvPr/>
          </p:nvCxnSpPr>
          <p:spPr bwMode="auto">
            <a:xfrm>
              <a:off x="291061" y="5695490"/>
              <a:ext cx="3953249" cy="0"/>
            </a:xfrm>
            <a:prstGeom prst="line">
              <a:avLst/>
            </a:prstGeom>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7396A183-1A53-FC44-BC53-D8C30A32D324}"/>
                </a:ext>
              </a:extLst>
            </p:cNvPr>
            <p:cNvSpPr txBox="1"/>
            <p:nvPr/>
          </p:nvSpPr>
          <p:spPr bwMode="auto">
            <a:xfrm>
              <a:off x="251963" y="5738360"/>
              <a:ext cx="3954697" cy="6787569"/>
            </a:xfrm>
            <a:prstGeom prst="rect">
              <a:avLst/>
            </a:prstGeom>
            <a:noFill/>
          </p:spPr>
          <p:txBody>
            <a:bodyPr>
              <a:spAutoFit/>
            </a:bodyPr>
            <a:lstStyle/>
            <a:p>
              <a:r>
                <a:rPr lang="en-US" sz="1000" b="1" dirty="0">
                  <a:solidFill>
                    <a:srgbClr val="3C8C4F"/>
                  </a:solidFill>
                  <a:latin typeface="+mn-lt"/>
                  <a:cs typeface="Arial" panose="020B0604020202020204" pitchFamily="34" charset="0"/>
                </a:rPr>
                <a:t>Principal Consultant | Arcadis</a:t>
              </a:r>
              <a:endParaRPr lang="en-US" sz="1000" dirty="0">
                <a:latin typeface="+mn-lt"/>
              </a:endParaRPr>
            </a:p>
            <a:p>
              <a:r>
                <a:rPr lang="en-US" sz="1000" dirty="0">
                  <a:latin typeface="+mn-lt"/>
                </a:rPr>
                <a:t>Led data strategy and digital transformation initiatives across the construction and infrastructure domain.</a:t>
              </a:r>
            </a:p>
            <a:p>
              <a:endParaRPr lang="en-US" sz="1000" dirty="0">
                <a:latin typeface="+mn-lt"/>
              </a:endParaRPr>
            </a:p>
            <a:p>
              <a:pPr marL="171450" indent="-171450">
                <a:buFont typeface="Arial" panose="020B0604020202020204" pitchFamily="34" charset="0"/>
                <a:buChar char="•"/>
              </a:pPr>
              <a:r>
                <a:rPr lang="en-US" sz="1000" dirty="0">
                  <a:latin typeface="+mn-lt"/>
                </a:rPr>
                <a:t>Delivered digital twin and data platform solutions integrating BIM, IoT, and analytics to improve project efficiency.</a:t>
              </a:r>
            </a:p>
            <a:p>
              <a:pPr marL="171450" indent="-171450">
                <a:buFont typeface="Arial" panose="020B0604020202020204" pitchFamily="34" charset="0"/>
                <a:buChar char="•"/>
              </a:pPr>
              <a:r>
                <a:rPr lang="en-US" sz="1000" dirty="0">
                  <a:latin typeface="+mn-lt"/>
                </a:rPr>
                <a:t>Applied design thinking and gap analysis to identify opportunities for automation, predictive insights, and AI adoption.</a:t>
              </a:r>
            </a:p>
            <a:p>
              <a:pPr marL="171450" indent="-171450">
                <a:buFont typeface="Arial" panose="020B0604020202020204" pitchFamily="34" charset="0"/>
                <a:buChar char="•"/>
              </a:pPr>
              <a:r>
                <a:rPr lang="en-US" sz="1000" dirty="0">
                  <a:latin typeface="+mn-lt"/>
                </a:rPr>
                <a:t>Built Power Platform–based solutions for business workflows, enhancing collaboration and decision-making across global teams.</a:t>
              </a:r>
            </a:p>
            <a:p>
              <a:pPr marL="171450" indent="-171450">
                <a:buFont typeface="Arial" panose="020B0604020202020204" pitchFamily="34" charset="0"/>
                <a:buChar char="•"/>
              </a:pPr>
              <a:r>
                <a:rPr lang="en-US" sz="1000" dirty="0">
                  <a:latin typeface="+mn-lt"/>
                </a:rPr>
                <a:t>Advised executives on data governance and compliance frameworks to meet security and regulatory requirements.</a:t>
              </a:r>
            </a:p>
            <a:p>
              <a:pPr>
                <a:defRPr/>
              </a:pPr>
              <a:endParaRPr lang="en-US" sz="1000" dirty="0">
                <a:latin typeface="+mn-lt"/>
                <a:cs typeface="Arial" panose="020B0604020202020204" pitchFamily="34" charset="0"/>
              </a:endParaRPr>
            </a:p>
            <a:p>
              <a:r>
                <a:rPr lang="en-US" sz="1000" b="1" dirty="0">
                  <a:solidFill>
                    <a:srgbClr val="3C8C4F"/>
                  </a:solidFill>
                  <a:cs typeface="Arial" panose="020B0604020202020204" pitchFamily="34" charset="0"/>
                </a:rPr>
                <a:t>Technical Lead | CSS Corp</a:t>
              </a:r>
            </a:p>
            <a:p>
              <a:endParaRPr lang="en-US" sz="1000" dirty="0"/>
            </a:p>
            <a:p>
              <a:pPr marL="171450" indent="-171450">
                <a:buFont typeface="Arial" panose="020B0604020202020204" pitchFamily="34" charset="0"/>
                <a:buChar char="•"/>
              </a:pPr>
              <a:r>
                <a:rPr lang="en-US" sz="1000" dirty="0"/>
                <a:t>Developed a self-healing infrastructure management system (</a:t>
              </a:r>
              <a:r>
                <a:rPr lang="en-US" sz="1000" dirty="0" err="1"/>
                <a:t>Contelli</a:t>
              </a:r>
              <a:r>
                <a:rPr lang="en-US" sz="1000" dirty="0"/>
                <a:t>) using predictive analytics, enabling proactive issue resolution.</a:t>
              </a:r>
            </a:p>
            <a:p>
              <a:pPr marL="171450" indent="-171450">
                <a:buFont typeface="Arial" panose="020B0604020202020204" pitchFamily="34" charset="0"/>
                <a:buChar char="•"/>
              </a:pPr>
              <a:r>
                <a:rPr lang="en-US" sz="1000" dirty="0"/>
                <a:t>Architected ETL and BI solutions integrating data from multiple enterprise systems, improving service reliability and cost control.</a:t>
              </a:r>
            </a:p>
            <a:p>
              <a:pPr marL="171450" indent="-171450">
                <a:buFont typeface="Arial" panose="020B0604020202020204" pitchFamily="34" charset="0"/>
                <a:buChar char="•"/>
              </a:pPr>
              <a:r>
                <a:rPr lang="en-US" sz="1000" dirty="0"/>
                <a:t>Supported consultative presales efforts, showcasing client-specific data and AI use cases.</a:t>
              </a:r>
            </a:p>
            <a:p>
              <a:pPr>
                <a:defRPr/>
              </a:pPr>
              <a:endParaRPr lang="en-US" sz="500" dirty="0">
                <a:latin typeface="+mn-lt"/>
                <a:cs typeface="Arial" panose="020B0604020202020204" pitchFamily="34" charset="0"/>
              </a:endParaRPr>
            </a:p>
            <a:p>
              <a:r>
                <a:rPr lang="en-US" sz="1000" b="1" dirty="0">
                  <a:solidFill>
                    <a:srgbClr val="3C8C4F"/>
                  </a:solidFill>
                  <a:cs typeface="Arial" panose="020B0604020202020204" pitchFamily="34" charset="0"/>
                </a:rPr>
                <a:t>SE-II | </a:t>
              </a:r>
              <a:r>
                <a:rPr lang="en-US" sz="1000" b="1" dirty="0" err="1">
                  <a:solidFill>
                    <a:srgbClr val="3C8C4F"/>
                  </a:solidFill>
                  <a:cs typeface="Arial" panose="020B0604020202020204" pitchFamily="34" charset="0"/>
                </a:rPr>
                <a:t>Winjit</a:t>
              </a:r>
              <a:r>
                <a:rPr lang="en-US" sz="1000" b="1" dirty="0">
                  <a:solidFill>
                    <a:srgbClr val="3C8C4F"/>
                  </a:solidFill>
                  <a:cs typeface="Arial" panose="020B0604020202020204" pitchFamily="34" charset="0"/>
                </a:rPr>
                <a:t> Technologies</a:t>
              </a:r>
            </a:p>
            <a:p>
              <a:endParaRPr lang="en-US" sz="1000" b="1" dirty="0">
                <a:solidFill>
                  <a:srgbClr val="3C8C4F"/>
                </a:solidFill>
                <a:cs typeface="Arial" panose="020B0604020202020204" pitchFamily="34" charset="0"/>
              </a:endParaRPr>
            </a:p>
            <a:p>
              <a:pPr marL="171450" indent="-171450">
                <a:buFont typeface="Arial" panose="020B0604020202020204" pitchFamily="34" charset="0"/>
                <a:buChar char="•"/>
              </a:pPr>
              <a:r>
                <a:rPr lang="en-US" sz="1000" dirty="0"/>
                <a:t>Designed and implemented Azure-based Data Warehouse Management Systems for healthcare clients, improving data security and accessibility.</a:t>
              </a:r>
            </a:p>
            <a:p>
              <a:pPr marL="171450" indent="-171450">
                <a:buFont typeface="Arial" panose="020B0604020202020204" pitchFamily="34" charset="0"/>
                <a:buChar char="•"/>
              </a:pPr>
              <a:r>
                <a:rPr lang="en-US" sz="1000" dirty="0"/>
                <a:t>Enabled effective data modeling, migration, and governance across distributed systems.</a:t>
              </a:r>
            </a:p>
            <a:p>
              <a:endParaRPr lang="en-US" sz="1000" dirty="0"/>
            </a:p>
            <a:p>
              <a:r>
                <a:rPr lang="en-US" sz="1000" b="1" dirty="0">
                  <a:solidFill>
                    <a:srgbClr val="3C8C4F"/>
                  </a:solidFill>
                  <a:cs typeface="Arial" panose="020B0604020202020204" pitchFamily="34" charset="0"/>
                </a:rPr>
                <a:t>SE-I | </a:t>
              </a:r>
              <a:r>
                <a:rPr lang="en-US" sz="1000" b="1" dirty="0" err="1">
                  <a:solidFill>
                    <a:srgbClr val="3C8C4F"/>
                  </a:solidFill>
                  <a:cs typeface="Arial" panose="020B0604020202020204" pitchFamily="34" charset="0"/>
                </a:rPr>
                <a:t>Netwin</a:t>
              </a:r>
              <a:r>
                <a:rPr lang="en-US" sz="1000" b="1" dirty="0">
                  <a:solidFill>
                    <a:srgbClr val="3C8C4F"/>
                  </a:solidFill>
                  <a:cs typeface="Arial" panose="020B0604020202020204" pitchFamily="34" charset="0"/>
                </a:rPr>
                <a:t> Infosolutions</a:t>
              </a:r>
            </a:p>
            <a:p>
              <a:endParaRPr lang="en-US" sz="1000" b="1" dirty="0">
                <a:solidFill>
                  <a:srgbClr val="3C8C4F"/>
                </a:solidFill>
                <a:cs typeface="Arial" panose="020B0604020202020204" pitchFamily="34" charset="0"/>
              </a:endParaRPr>
            </a:p>
            <a:p>
              <a:pPr marL="171450" indent="-171450">
                <a:buFont typeface="Arial" panose="020B0604020202020204" pitchFamily="34" charset="0"/>
                <a:buChar char="•"/>
              </a:pPr>
              <a:r>
                <a:rPr lang="en-US" sz="1000" dirty="0"/>
                <a:t>Delivered BI and reporting solutions, enabling data-driven decision-making for enterprise clients.</a:t>
              </a:r>
            </a:p>
            <a:p>
              <a:pPr marL="171450" indent="-171450">
                <a:buFont typeface="Arial" panose="020B0604020202020204" pitchFamily="34" charset="0"/>
                <a:buChar char="•"/>
              </a:pPr>
              <a:r>
                <a:rPr lang="en-US" sz="1000" dirty="0"/>
                <a:t>Enhanced customer satisfaction through improved analytics and actionable insights.</a:t>
              </a:r>
            </a:p>
            <a:p>
              <a:pPr marL="171450" indent="-171450">
                <a:buFont typeface="Arial" panose="020B0604020202020204" pitchFamily="34" charset="0"/>
                <a:buChar char="•"/>
              </a:pPr>
              <a:endParaRPr lang="en-US" sz="1000" dirty="0"/>
            </a:p>
            <a:p>
              <a:r>
                <a:rPr lang="en-US" sz="1000" b="1" dirty="0">
                  <a:solidFill>
                    <a:srgbClr val="3C8C4F"/>
                  </a:solidFill>
                  <a:cs typeface="Arial" panose="020B0604020202020204" pitchFamily="34" charset="0"/>
                </a:rPr>
                <a:t>Graduate | Solvent Software Solutions</a:t>
              </a:r>
            </a:p>
            <a:p>
              <a:endParaRPr lang="en-US" sz="1000" b="1" dirty="0">
                <a:solidFill>
                  <a:srgbClr val="3C8C4F"/>
                </a:solidFill>
                <a:cs typeface="Arial" panose="020B0604020202020204" pitchFamily="34" charset="0"/>
              </a:endParaRPr>
            </a:p>
            <a:p>
              <a:pPr marL="171450" indent="-171450">
                <a:buFont typeface="Arial" panose="020B0604020202020204" pitchFamily="34" charset="0"/>
                <a:buChar char="•"/>
              </a:pPr>
              <a:r>
                <a:rPr lang="en-US" sz="1000" dirty="0"/>
                <a:t>Supported development of data integration and reporting solutions for clients across diverse industries.</a:t>
              </a:r>
            </a:p>
            <a:p>
              <a:pPr marL="171450" indent="-171450">
                <a:buFont typeface="Arial" panose="020B0604020202020204" pitchFamily="34" charset="0"/>
                <a:buChar char="•"/>
              </a:pPr>
              <a:r>
                <a:rPr lang="en-US" sz="1000" dirty="0"/>
                <a:t>Gained foundational expertise in </a:t>
              </a:r>
              <a:r>
                <a:rPr lang="en-US" sz="1000" b="1" dirty="0"/>
                <a:t>data architecture, ETL, and analytics delivery</a:t>
              </a:r>
              <a:r>
                <a:rPr lang="en-US" sz="1000" dirty="0"/>
                <a:t>.</a:t>
              </a:r>
            </a:p>
            <a:p>
              <a:endParaRPr lang="en-US" sz="1000" dirty="0"/>
            </a:p>
            <a:p>
              <a:endParaRPr lang="en-US" sz="1000" dirty="0"/>
            </a:p>
          </p:txBody>
        </p:sp>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84431998-5236-4602-b709-f030dcfe8100">
      <Terms xmlns="http://schemas.microsoft.com/office/infopath/2007/PartnerControls"/>
    </lcf76f155ced4ddcb4097134ff3c332f>
    <_ip_UnifiedCompliancePolicyProperties xmlns="http://schemas.microsoft.com/sharepoint/v3"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2CA36470A883A74B9D2D04606D4E45BB" ma:contentTypeVersion="23" ma:contentTypeDescription="Create a new document." ma:contentTypeScope="" ma:versionID="9b64f379901f62211f5ae2a3db7ddaa7">
  <xsd:schema xmlns:xsd="http://www.w3.org/2001/XMLSchema" xmlns:xs="http://www.w3.org/2001/XMLSchema" xmlns:p="http://schemas.microsoft.com/office/2006/metadata/properties" xmlns:ns1="http://schemas.microsoft.com/sharepoint/v3" xmlns:ns2="c0683737-24f0-4426-ae5b-627540940ac4" xmlns:ns3="77f5b752-48c8-4354-9974-e9caa59db51d" targetNamespace="http://schemas.microsoft.com/office/2006/metadata/properties" ma:root="true" ma:fieldsID="65ab893c97610708bcc7adbb538dfbf8" ns1:_="" ns2:_="" ns3:_="">
    <xsd:import namespace="http://schemas.microsoft.com/sharepoint/v3"/>
    <xsd:import namespace="c0683737-24f0-4426-ae5b-627540940ac4"/>
    <xsd:import namespace="77f5b752-48c8-4354-9974-e9caa59db51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n342b708b1ab4b5e8eb9c9a2928afaec" minOccurs="0"/>
                <xsd:element ref="ns3:TaxCatchAll" minOccurs="0"/>
                <xsd:element ref="ns2:Creation_x0020_date" minOccurs="0"/>
                <xsd:element ref="ns1:_ip_UnifiedCompliancePolicyProperties" minOccurs="0"/>
                <xsd:element ref="ns1:_ip_UnifiedCompliancePolicyUIAction" minOccurs="0"/>
                <xsd:element ref="ns2:lcf76f155ced4ddcb4097134ff3c332f" minOccurs="0"/>
                <xsd:element ref="ns3:SharedWithUsers" minOccurs="0"/>
                <xsd:element ref="ns3:SharedWithDetails" minOccurs="0"/>
                <xsd:element ref="ns2:MediaServiceLocation" minOccurs="0"/>
                <xsd:element ref="ns2:Publisheddate" minOccurs="0"/>
                <xsd:element ref="ns2:MediaServiceObjectDetectorVersions" minOccurs="0"/>
                <xsd:element ref="ns2:MediaServiceSearchProperties" minOccurs="0"/>
                <xsd:element ref="ns2: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683737-24f0-4426-ae5b-627540940a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n342b708b1ab4b5e8eb9c9a2928afaec" ma:index="17" nillable="true" ma:taxonomy="true" ma:internalName="n342b708b1ab4b5e8eb9c9a2928afaec" ma:taxonomyFieldName="Tag" ma:displayName="Tag" ma:default="" ma:fieldId="{7342b708-b1ab-4b5e-8eb9-c9a2928afaec}" ma:taxonomyMulti="true" ma:sspId="54101172-0cdf-4a4d-852d-90099e45c587" ma:termSetId="c866ca65-f095-4a16-9249-028d500f7703" ma:anchorId="00000000-0000-0000-0000-000000000000" ma:open="false" ma:isKeyword="false">
      <xsd:complexType>
        <xsd:sequence>
          <xsd:element ref="pc:Terms" minOccurs="0" maxOccurs="1"/>
        </xsd:sequence>
      </xsd:complexType>
    </xsd:element>
    <xsd:element name="Creation_x0020_date" ma:index="19" nillable="true" ma:displayName="Creation date" ma:format="DateOnly" ma:internalName="Creation_x0020_date">
      <xsd:simpleType>
        <xsd:restriction base="dms:DateTim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54101172-0cdf-4a4d-852d-90099e45c587"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dexed="true" ma:internalName="MediaServiceLocation" ma:readOnly="true">
      <xsd:simpleType>
        <xsd:restriction base="dms:Text"/>
      </xsd:simpleType>
    </xsd:element>
    <xsd:element name="Publisheddate" ma:index="27" nillable="true" ma:displayName="Published date" ma:format="Dropdown" ma:internalName="Publisheddate">
      <xsd:simpleType>
        <xsd:restriction base="dms:Note">
          <xsd:maxLength value="255"/>
        </xsd:restriction>
      </xsd:simple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Comments" ma:index="30" nillable="true" ma:displayName="Comments" ma:format="Dropdown" ma:internalName="Comm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f5b752-48c8-4354-9974-e9caa59db51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cace8c9-93d8-4823-aadf-651aa703cc0c}" ma:internalName="TaxCatchAll" ma:showField="CatchAllData" ma:web="77f5b752-48c8-4354-9974-e9caa59db51d">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6A3460-69B2-D444-9AB5-E17E9FDFB00A}">
  <ds:schemaRefs>
    <ds:schemaRef ds:uri="http://schemas.microsoft.com/office/2006/metadata/longProperties"/>
  </ds:schemaRefs>
</ds:datastoreItem>
</file>

<file path=customXml/itemProps2.xml><?xml version="1.0" encoding="utf-8"?>
<ds:datastoreItem xmlns:ds="http://schemas.openxmlformats.org/officeDocument/2006/customXml" ds:itemID="{EAB93471-7F85-5F41-B75A-3E4F2BAEA20E}">
  <ds:schemaRefs>
    <ds:schemaRef ds:uri="http://schemas.microsoft.com/sharepoint/v3/contenttype/forms"/>
  </ds:schemaRefs>
</ds:datastoreItem>
</file>

<file path=customXml/itemProps3.xml><?xml version="1.0" encoding="utf-8"?>
<ds:datastoreItem xmlns:ds="http://schemas.openxmlformats.org/officeDocument/2006/customXml" ds:itemID="{BE44C496-4144-524F-8ED0-851315AE65D4}">
  <ds:schemaRefs>
    <ds:schemaRef ds:uri="http://schemas.microsoft.com/office/2006/metadata/properties"/>
    <ds:schemaRef ds:uri="http://schemas.microsoft.com/office/infopath/2007/PartnerControls"/>
    <ds:schemaRef ds:uri="http://schemas.microsoft.com/sharepoint/v3"/>
    <ds:schemaRef ds:uri="84431998-5236-4602-b709-f030dcfe8100"/>
  </ds:schemaRefs>
</ds:datastoreItem>
</file>

<file path=customXml/itemProps4.xml><?xml version="1.0" encoding="utf-8"?>
<ds:datastoreItem xmlns:ds="http://schemas.openxmlformats.org/officeDocument/2006/customXml" ds:itemID="{FE5A9C92-3004-414A-A111-C2F617DFEE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0683737-24f0-4426-ae5b-627540940ac4"/>
    <ds:schemaRef ds:uri="77f5b752-48c8-4354-9974-e9caa59db5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1599</TotalTime>
  <Words>957</Words>
  <Application>Microsoft Macintosh PowerPoint</Application>
  <PresentationFormat>Custom</PresentationFormat>
  <Paragraphs>85</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ADMINIBM</dc:creator>
  <cp:lastModifiedBy>Nagarjuna Reddy</cp:lastModifiedBy>
  <cp:revision>84</cp:revision>
  <dcterms:created xsi:type="dcterms:W3CDTF">2017-03-21T16:18:41Z</dcterms:created>
  <dcterms:modified xsi:type="dcterms:W3CDTF">2025-09-22T13:14:11Z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_UnifiedCompliancePolicyUIAction">
    <vt:lpwstr/>
  </property>
  <property fmtid="{D5CDD505-2E9C-101B-9397-08002B2CF9AE}" pid="3" name="lcf76f155ced4ddcb4097134ff3c332f">
    <vt:lpwstr/>
  </property>
  <property fmtid="{D5CDD505-2E9C-101B-9397-08002B2CF9AE}" pid="4" name="_ip_UnifiedCompliancePolicyProperties">
    <vt:lpwstr/>
  </property>
  <property fmtid="{D5CDD505-2E9C-101B-9397-08002B2CF9AE}" pid="5" name="TaxCatchAll">
    <vt:lpwstr/>
  </property>
  <property fmtid="{D5CDD505-2E9C-101B-9397-08002B2CF9AE}" pid="6" name="xd_Signature">
    <vt:lpwstr/>
  </property>
  <property fmtid="{D5CDD505-2E9C-101B-9397-08002B2CF9AE}" pid="7" name="display_urn:schemas-microsoft-com:office:office#Editor">
    <vt:lpwstr>Udo Schmitt</vt:lpwstr>
  </property>
  <property fmtid="{D5CDD505-2E9C-101B-9397-08002B2CF9AE}" pid="8" name="Order">
    <vt:lpwstr>129500.000000000</vt:lpwstr>
  </property>
  <property fmtid="{D5CDD505-2E9C-101B-9397-08002B2CF9AE}" pid="9" name="xd_ProgID">
    <vt:lpwstr/>
  </property>
  <property fmtid="{D5CDD505-2E9C-101B-9397-08002B2CF9AE}" pid="10" name="_ExtendedDescription">
    <vt:lpwstr/>
  </property>
  <property fmtid="{D5CDD505-2E9C-101B-9397-08002B2CF9AE}" pid="11" name="SharedWithUsers">
    <vt:lpwstr/>
  </property>
  <property fmtid="{D5CDD505-2E9C-101B-9397-08002B2CF9AE}" pid="12" name="display_urn:schemas-microsoft-com:office:office#Author">
    <vt:lpwstr>Udo Schmitt</vt:lpwstr>
  </property>
  <property fmtid="{D5CDD505-2E9C-101B-9397-08002B2CF9AE}" pid="13" name="ComplianceAssetId">
    <vt:lpwstr/>
  </property>
  <property fmtid="{D5CDD505-2E9C-101B-9397-08002B2CF9AE}" pid="14" name="TemplateUrl">
    <vt:lpwstr/>
  </property>
  <property fmtid="{D5CDD505-2E9C-101B-9397-08002B2CF9AE}" pid="15" name="ContentTypeId">
    <vt:lpwstr>0x01010015CA16FAC936A840ABA9A5CDDB02F696</vt:lpwstr>
  </property>
  <property fmtid="{D5CDD505-2E9C-101B-9397-08002B2CF9AE}" pid="16" name="TriggerFlowInfo">
    <vt:lpwstr/>
  </property>
  <property fmtid="{D5CDD505-2E9C-101B-9397-08002B2CF9AE}" pid="17" name="MediaServiceImageTags">
    <vt:lpwstr/>
  </property>
  <property fmtid="{D5CDD505-2E9C-101B-9397-08002B2CF9AE}" pid="18" name="Tag">
    <vt:lpwstr/>
  </property>
  <property fmtid="{D5CDD505-2E9C-101B-9397-08002B2CF9AE}" pid="19" name="n342b708b1ab4b5e8eb9c9a2928afaec">
    <vt:lpwstr/>
  </property>
</Properties>
</file>