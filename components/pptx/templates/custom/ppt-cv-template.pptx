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813" r:id="rId4"/>
  </p:sldMasterIdLst>
  <p:notesMasterIdLst>
    <p:notesMasterId r:id="rId6"/>
  </p:notesMasterIdLst>
  <p:handoutMasterIdLst>
    <p:handoutMasterId r:id="rId7"/>
  </p:handoutMasterIdLst>
  <p:sldIdLst>
    <p:sldId id="256" r:id="rId5"/>
  </p:sldIdLst>
  <p:sldSz cx="7559675" cy="10691813"/>
  <p:notesSz cx="6858000" cy="9144000"/>
  <p:defaultTextStyle>
    <a:defPPr>
      <a:defRPr lang="en-US"/>
    </a:defPPr>
    <a:lvl1pPr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1pPr>
    <a:lvl2pPr marL="292100" indent="165100"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2pPr>
    <a:lvl3pPr marL="585788" indent="328613"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3pPr>
    <a:lvl4pPr marL="879475" indent="492125"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4pPr>
    <a:lvl5pPr marL="1171575" indent="657225"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5pPr>
    <a:lvl6pPr marL="2286000" algn="l" defTabSz="914400" rtl="0" eaLnBrk="1" latinLnBrk="0" hangingPunct="1">
      <a:defRPr sz="1100" kern="1200">
        <a:solidFill>
          <a:schemeClr val="tx1"/>
        </a:solidFill>
        <a:latin typeface="Calibri" panose="020F0502020204030204" pitchFamily="34" charset="0"/>
        <a:ea typeface="+mn-ea"/>
        <a:cs typeface="+mn-cs"/>
      </a:defRPr>
    </a:lvl6pPr>
    <a:lvl7pPr marL="2743200" algn="l" defTabSz="914400" rtl="0" eaLnBrk="1" latinLnBrk="0" hangingPunct="1">
      <a:defRPr sz="1100" kern="1200">
        <a:solidFill>
          <a:schemeClr val="tx1"/>
        </a:solidFill>
        <a:latin typeface="Calibri" panose="020F0502020204030204" pitchFamily="34" charset="0"/>
        <a:ea typeface="+mn-ea"/>
        <a:cs typeface="+mn-cs"/>
      </a:defRPr>
    </a:lvl7pPr>
    <a:lvl8pPr marL="3200400" algn="l" defTabSz="914400" rtl="0" eaLnBrk="1" latinLnBrk="0" hangingPunct="1">
      <a:defRPr sz="1100" kern="1200">
        <a:solidFill>
          <a:schemeClr val="tx1"/>
        </a:solidFill>
        <a:latin typeface="Calibri" panose="020F0502020204030204" pitchFamily="34" charset="0"/>
        <a:ea typeface="+mn-ea"/>
        <a:cs typeface="+mn-cs"/>
      </a:defRPr>
    </a:lvl8pPr>
    <a:lvl9pPr marL="3657600" algn="l" defTabSz="914400" rtl="0" eaLnBrk="1" latinLnBrk="0" hangingPunct="1">
      <a:defRPr sz="1100"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3368">
          <p15:clr>
            <a:srgbClr val="A4A3A4"/>
          </p15:clr>
        </p15:guide>
        <p15:guide id="2" pos="23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4660" autoAdjust="0"/>
  </p:normalViewPr>
  <p:slideViewPr>
    <p:cSldViewPr snapToGrid="0">
      <p:cViewPr varScale="1">
        <p:scale>
          <a:sx n="81" d="100"/>
          <a:sy n="81" d="100"/>
        </p:scale>
        <p:origin x="4120" y="208"/>
      </p:cViewPr>
      <p:guideLst>
        <p:guide orient="horz" pos="3368"/>
        <p:guide pos="238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331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0DE679-2528-6C86-6587-F700A4BD98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defTabSz="586552"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1FB9747B-77C3-AF12-CBE9-2333F4E5121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defTabSz="586552" eaLnBrk="1" fontAlgn="auto" hangingPunct="1">
              <a:spcBef>
                <a:spcPts val="0"/>
              </a:spcBef>
              <a:spcAft>
                <a:spcPts val="0"/>
              </a:spcAft>
              <a:defRPr sz="1200">
                <a:latin typeface="+mn-lt"/>
              </a:defRPr>
            </a:lvl1pPr>
          </a:lstStyle>
          <a:p>
            <a:pPr>
              <a:defRPr/>
            </a:pPr>
            <a:fld id="{6DFBF14A-C669-A843-B449-4884A721E4FB}" type="datetimeFigureOut">
              <a:rPr lang="en-US"/>
              <a:pPr>
                <a:defRPr/>
              </a:pPr>
              <a:t>3/23/26</a:t>
            </a:fld>
            <a:endParaRPr lang="en-US" dirty="0"/>
          </a:p>
        </p:txBody>
      </p:sp>
      <p:sp>
        <p:nvSpPr>
          <p:cNvPr id="4" name="Footer Placeholder 3">
            <a:extLst>
              <a:ext uri="{FF2B5EF4-FFF2-40B4-BE49-F238E27FC236}">
                <a16:creationId xmlns:a16="http://schemas.microsoft.com/office/drawing/2014/main" id="{B914E23B-C3DA-4987-0708-77B5E55AE8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defTabSz="586552"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576B23A8-E337-CDBF-2AC1-5C662F473420}"/>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2B494B1-0EB3-C047-A8F2-05BB093222A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11AF3D-0AC9-0D84-8D6C-B535F2A9B6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defTabSz="586552"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C8297F09-171A-F293-1971-4A3EB0082DD9}"/>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defTabSz="586552" eaLnBrk="1" fontAlgn="auto" hangingPunct="1">
              <a:spcBef>
                <a:spcPts val="0"/>
              </a:spcBef>
              <a:spcAft>
                <a:spcPts val="0"/>
              </a:spcAft>
              <a:defRPr sz="1200">
                <a:latin typeface="+mn-lt"/>
              </a:defRPr>
            </a:lvl1pPr>
          </a:lstStyle>
          <a:p>
            <a:pPr>
              <a:defRPr/>
            </a:pPr>
            <a:fld id="{DF017E5B-CC17-1F4C-B3A2-6F7CB23DC4D9}" type="datetimeFigureOut">
              <a:rPr lang="en-US"/>
              <a:pPr>
                <a:defRPr/>
              </a:pPr>
              <a:t>3/23/26</a:t>
            </a:fld>
            <a:endParaRPr lang="en-US" dirty="0"/>
          </a:p>
        </p:txBody>
      </p:sp>
      <p:sp>
        <p:nvSpPr>
          <p:cNvPr id="4" name="Slide Image Placeholder 3">
            <a:extLst>
              <a:ext uri="{FF2B5EF4-FFF2-40B4-BE49-F238E27FC236}">
                <a16:creationId xmlns:a16="http://schemas.microsoft.com/office/drawing/2014/main" id="{EDE469DA-AE8F-8797-4AC2-A09776107B88}"/>
              </a:ext>
            </a:extLst>
          </p:cNvPr>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CC8CD783-E344-8699-AA42-78F06F4AD2AB}"/>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091E8C2-2AB7-1064-6A23-29E60427541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defTabSz="586552"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891EC5FF-5330-973B-C963-F8BA925BC4F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33721D1-01B1-394A-A3E5-1BAA026C8F3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585788" rtl="0" eaLnBrk="0" fontAlgn="base" hangingPunct="0">
      <a:spcBef>
        <a:spcPct val="30000"/>
      </a:spcBef>
      <a:spcAft>
        <a:spcPct val="0"/>
      </a:spcAft>
      <a:defRPr sz="700" kern="1200">
        <a:solidFill>
          <a:schemeClr val="tx1"/>
        </a:solidFill>
        <a:latin typeface="+mn-lt"/>
        <a:ea typeface="+mn-ea"/>
        <a:cs typeface="+mn-cs"/>
      </a:defRPr>
    </a:lvl1pPr>
    <a:lvl2pPr marL="292100" algn="l" defTabSz="585788" rtl="0" eaLnBrk="0" fontAlgn="base" hangingPunct="0">
      <a:spcBef>
        <a:spcPct val="30000"/>
      </a:spcBef>
      <a:spcAft>
        <a:spcPct val="0"/>
      </a:spcAft>
      <a:defRPr sz="700" kern="1200">
        <a:solidFill>
          <a:schemeClr val="tx1"/>
        </a:solidFill>
        <a:latin typeface="+mn-lt"/>
        <a:ea typeface="+mn-ea"/>
        <a:cs typeface="+mn-cs"/>
      </a:defRPr>
    </a:lvl2pPr>
    <a:lvl3pPr marL="585788" algn="l" defTabSz="585788" rtl="0" eaLnBrk="0" fontAlgn="base" hangingPunct="0">
      <a:spcBef>
        <a:spcPct val="30000"/>
      </a:spcBef>
      <a:spcAft>
        <a:spcPct val="0"/>
      </a:spcAft>
      <a:defRPr sz="700" kern="1200">
        <a:solidFill>
          <a:schemeClr val="tx1"/>
        </a:solidFill>
        <a:latin typeface="+mn-lt"/>
        <a:ea typeface="+mn-ea"/>
        <a:cs typeface="+mn-cs"/>
      </a:defRPr>
    </a:lvl3pPr>
    <a:lvl4pPr marL="879475" algn="l" defTabSz="585788" rtl="0" eaLnBrk="0" fontAlgn="base" hangingPunct="0">
      <a:spcBef>
        <a:spcPct val="30000"/>
      </a:spcBef>
      <a:spcAft>
        <a:spcPct val="0"/>
      </a:spcAft>
      <a:defRPr sz="700" kern="1200">
        <a:solidFill>
          <a:schemeClr val="tx1"/>
        </a:solidFill>
        <a:latin typeface="+mn-lt"/>
        <a:ea typeface="+mn-ea"/>
        <a:cs typeface="+mn-cs"/>
      </a:defRPr>
    </a:lvl4pPr>
    <a:lvl5pPr marL="1171575" algn="l" defTabSz="585788" rtl="0" eaLnBrk="0" fontAlgn="base" hangingPunct="0">
      <a:spcBef>
        <a:spcPct val="30000"/>
      </a:spcBef>
      <a:spcAft>
        <a:spcPct val="0"/>
      </a:spcAft>
      <a:defRPr sz="700" kern="1200">
        <a:solidFill>
          <a:schemeClr val="tx1"/>
        </a:solidFill>
        <a:latin typeface="+mn-lt"/>
        <a:ea typeface="+mn-ea"/>
        <a:cs typeface="+mn-cs"/>
      </a:defRPr>
    </a:lvl5pPr>
    <a:lvl6pPr marL="1466382" algn="l" defTabSz="586552" rtl="0" eaLnBrk="1" latinLnBrk="0" hangingPunct="1">
      <a:defRPr sz="770" kern="1200">
        <a:solidFill>
          <a:schemeClr val="tx1"/>
        </a:solidFill>
        <a:latin typeface="+mn-lt"/>
        <a:ea typeface="+mn-ea"/>
        <a:cs typeface="+mn-cs"/>
      </a:defRPr>
    </a:lvl6pPr>
    <a:lvl7pPr marL="1759658" algn="l" defTabSz="586552" rtl="0" eaLnBrk="1" latinLnBrk="0" hangingPunct="1">
      <a:defRPr sz="770" kern="1200">
        <a:solidFill>
          <a:schemeClr val="tx1"/>
        </a:solidFill>
        <a:latin typeface="+mn-lt"/>
        <a:ea typeface="+mn-ea"/>
        <a:cs typeface="+mn-cs"/>
      </a:defRPr>
    </a:lvl7pPr>
    <a:lvl8pPr marL="2052935" algn="l" defTabSz="586552" rtl="0" eaLnBrk="1" latinLnBrk="0" hangingPunct="1">
      <a:defRPr sz="770" kern="1200">
        <a:solidFill>
          <a:schemeClr val="tx1"/>
        </a:solidFill>
        <a:latin typeface="+mn-lt"/>
        <a:ea typeface="+mn-ea"/>
        <a:cs typeface="+mn-cs"/>
      </a:defRPr>
    </a:lvl8pPr>
    <a:lvl9pPr marL="2346212" algn="l" defTabSz="586552" rtl="0" eaLnBrk="1" latinLnBrk="0" hangingPunct="1">
      <a:defRPr sz="77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737937DF-5FB9-F53F-F82E-F0F223AA2E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58B9681-C8ED-917D-4241-05B0DAFD4AD1}"/>
              </a:ext>
            </a:extLst>
          </p:cNvPr>
          <p:cNvSpPr>
            <a:spLocks noGrp="1"/>
          </p:cNvSpPr>
          <p:nvPr>
            <p:ph type="body" idx="1"/>
          </p:nvPr>
        </p:nvSpPr>
        <p:spPr/>
        <p:txBody>
          <a:bodyPr/>
          <a:lstStyle/>
          <a:p>
            <a:pPr defTabSz="586552" eaLnBrk="1" fontAlgn="auto" hangingPunct="1">
              <a:spcBef>
                <a:spcPts val="0"/>
              </a:spcBef>
              <a:spcAft>
                <a:spcPts val="0"/>
              </a:spcAft>
              <a:defRPr/>
            </a:pPr>
            <a:endParaRPr lang="en-US" sz="770" dirty="0"/>
          </a:p>
        </p:txBody>
      </p:sp>
      <p:sp>
        <p:nvSpPr>
          <p:cNvPr id="5124" name="Slide Number Placeholder 3">
            <a:extLst>
              <a:ext uri="{FF2B5EF4-FFF2-40B4-BE49-F238E27FC236}">
                <a16:creationId xmlns:a16="http://schemas.microsoft.com/office/drawing/2014/main" id="{41D361A9-B71B-EC5B-DE4D-9CEECDC055E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a:solidFill>
                  <a:schemeClr val="tx1"/>
                </a:solidFill>
                <a:latin typeface="Calibri" panose="020F0502020204030204" pitchFamily="34" charset="0"/>
              </a:defRPr>
            </a:lvl1pPr>
            <a:lvl2pPr marL="742950" indent="-285750">
              <a:defRPr sz="1100">
                <a:solidFill>
                  <a:schemeClr val="tx1"/>
                </a:solidFill>
                <a:latin typeface="Calibri" panose="020F0502020204030204" pitchFamily="34" charset="0"/>
              </a:defRPr>
            </a:lvl2pPr>
            <a:lvl3pPr marL="1143000" indent="-228600">
              <a:defRPr sz="1100">
                <a:solidFill>
                  <a:schemeClr val="tx1"/>
                </a:solidFill>
                <a:latin typeface="Calibri" panose="020F0502020204030204" pitchFamily="34" charset="0"/>
              </a:defRPr>
            </a:lvl3pPr>
            <a:lvl4pPr marL="1600200" indent="-228600">
              <a:defRPr sz="1100">
                <a:solidFill>
                  <a:schemeClr val="tx1"/>
                </a:solidFill>
                <a:latin typeface="Calibri" panose="020F0502020204030204" pitchFamily="34" charset="0"/>
              </a:defRPr>
            </a:lvl4pPr>
            <a:lvl5pPr marL="2057400" indent="-228600">
              <a:defRPr sz="1100">
                <a:solidFill>
                  <a:schemeClr val="tx1"/>
                </a:solidFill>
                <a:latin typeface="Calibri" panose="020F0502020204030204" pitchFamily="34" charset="0"/>
              </a:defRPr>
            </a:lvl5pPr>
            <a:lvl6pPr marL="2514600" indent="-228600" defTabSz="585788" eaLnBrk="0" fontAlgn="base" hangingPunct="0">
              <a:spcBef>
                <a:spcPct val="0"/>
              </a:spcBef>
              <a:spcAft>
                <a:spcPct val="0"/>
              </a:spcAft>
              <a:defRPr sz="1100">
                <a:solidFill>
                  <a:schemeClr val="tx1"/>
                </a:solidFill>
                <a:latin typeface="Calibri" panose="020F0502020204030204" pitchFamily="34" charset="0"/>
              </a:defRPr>
            </a:lvl6pPr>
            <a:lvl7pPr marL="2971800" indent="-228600" defTabSz="585788" eaLnBrk="0" fontAlgn="base" hangingPunct="0">
              <a:spcBef>
                <a:spcPct val="0"/>
              </a:spcBef>
              <a:spcAft>
                <a:spcPct val="0"/>
              </a:spcAft>
              <a:defRPr sz="1100">
                <a:solidFill>
                  <a:schemeClr val="tx1"/>
                </a:solidFill>
                <a:latin typeface="Calibri" panose="020F0502020204030204" pitchFamily="34" charset="0"/>
              </a:defRPr>
            </a:lvl7pPr>
            <a:lvl8pPr marL="3429000" indent="-228600" defTabSz="585788" eaLnBrk="0" fontAlgn="base" hangingPunct="0">
              <a:spcBef>
                <a:spcPct val="0"/>
              </a:spcBef>
              <a:spcAft>
                <a:spcPct val="0"/>
              </a:spcAft>
              <a:defRPr sz="1100">
                <a:solidFill>
                  <a:schemeClr val="tx1"/>
                </a:solidFill>
                <a:latin typeface="Calibri" panose="020F0502020204030204" pitchFamily="34" charset="0"/>
              </a:defRPr>
            </a:lvl8pPr>
            <a:lvl9pPr marL="3886200" indent="-228600" defTabSz="585788" eaLnBrk="0" fontAlgn="base" hangingPunct="0">
              <a:spcBef>
                <a:spcPct val="0"/>
              </a:spcBef>
              <a:spcAft>
                <a:spcPct val="0"/>
              </a:spcAft>
              <a:defRPr sz="1100">
                <a:solidFill>
                  <a:schemeClr val="tx1"/>
                </a:solidFill>
                <a:latin typeface="Calibri" panose="020F0502020204030204" pitchFamily="34" charset="0"/>
              </a:defRPr>
            </a:lvl9pPr>
          </a:lstStyle>
          <a:p>
            <a:fld id="{EC1B1A8F-C09B-5243-AE8B-A087329648CA}" type="slidenum">
              <a:rPr lang="en-US" altLang="en-US" sz="1200" smtClean="0"/>
              <a:pPr/>
              <a:t>1</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DB5952B-6634-7982-E673-5B0515B3DA92}"/>
              </a:ext>
            </a:extLst>
          </p:cNvPr>
          <p:cNvSpPr>
            <a:spLocks noGrp="1"/>
          </p:cNvSpPr>
          <p:nvPr>
            <p:ph type="dt" sz="half" idx="10"/>
          </p:nvPr>
        </p:nvSpPr>
        <p:spPr/>
        <p:txBody>
          <a:bodyPr/>
          <a:lstStyle>
            <a:lvl1pPr>
              <a:defRPr/>
            </a:lvl1pPr>
          </a:lstStyle>
          <a:p>
            <a:pPr>
              <a:defRPr/>
            </a:pPr>
            <a:fld id="{9CB55948-E764-9349-8BCC-2229EF32C8E0}" type="datetimeFigureOut">
              <a:rPr lang="en-US"/>
              <a:pPr>
                <a:defRPr/>
              </a:pPr>
              <a:t>3/23/26</a:t>
            </a:fld>
            <a:endParaRPr lang="en-US" dirty="0"/>
          </a:p>
        </p:txBody>
      </p:sp>
      <p:sp>
        <p:nvSpPr>
          <p:cNvPr id="5" name="Footer Placeholder 4">
            <a:extLst>
              <a:ext uri="{FF2B5EF4-FFF2-40B4-BE49-F238E27FC236}">
                <a16:creationId xmlns:a16="http://schemas.microsoft.com/office/drawing/2014/main" id="{E1BFBA23-7D41-9EF7-6B0E-8BF3199C94A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A4B325C-A41D-00C9-575E-DC753EC9D960}"/>
              </a:ext>
            </a:extLst>
          </p:cNvPr>
          <p:cNvSpPr>
            <a:spLocks noGrp="1"/>
          </p:cNvSpPr>
          <p:nvPr>
            <p:ph type="sldNum" sz="quarter" idx="12"/>
          </p:nvPr>
        </p:nvSpPr>
        <p:spPr/>
        <p:txBody>
          <a:bodyPr/>
          <a:lstStyle>
            <a:lvl1pPr>
              <a:defRPr/>
            </a:lvl1pPr>
          </a:lstStyle>
          <a:p>
            <a:pPr>
              <a:defRPr/>
            </a:pPr>
            <a:fld id="{2C73A7FD-AEDF-4B4B-BA75-59C0FC3A56B9}" type="slidenum">
              <a:rPr lang="en-US" altLang="en-US"/>
              <a:pPr>
                <a:defRPr/>
              </a:pPr>
              <a:t>‹#›</a:t>
            </a:fld>
            <a:endParaRPr lang="en-US" altLang="en-US"/>
          </a:p>
        </p:txBody>
      </p:sp>
    </p:spTree>
    <p:extLst>
      <p:ext uri="{BB962C8B-B14F-4D97-AF65-F5344CB8AC3E}">
        <p14:creationId xmlns:p14="http://schemas.microsoft.com/office/powerpoint/2010/main" val="3418460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1F891AF-46BD-0902-BBC3-F0B690603046}"/>
              </a:ext>
            </a:extLst>
          </p:cNvPr>
          <p:cNvSpPr>
            <a:spLocks noGrp="1"/>
          </p:cNvSpPr>
          <p:nvPr>
            <p:ph type="dt" sz="half" idx="10"/>
          </p:nvPr>
        </p:nvSpPr>
        <p:spPr/>
        <p:txBody>
          <a:bodyPr/>
          <a:lstStyle>
            <a:lvl1pPr>
              <a:defRPr/>
            </a:lvl1pPr>
          </a:lstStyle>
          <a:p>
            <a:pPr>
              <a:defRPr/>
            </a:pPr>
            <a:fld id="{74C976E3-4569-054A-B4EC-80A9AE420C5E}" type="datetimeFigureOut">
              <a:rPr lang="en-US"/>
              <a:pPr>
                <a:defRPr/>
              </a:pPr>
              <a:t>3/23/26</a:t>
            </a:fld>
            <a:endParaRPr lang="en-US" dirty="0"/>
          </a:p>
        </p:txBody>
      </p:sp>
      <p:sp>
        <p:nvSpPr>
          <p:cNvPr id="5" name="Footer Placeholder 4">
            <a:extLst>
              <a:ext uri="{FF2B5EF4-FFF2-40B4-BE49-F238E27FC236}">
                <a16:creationId xmlns:a16="http://schemas.microsoft.com/office/drawing/2014/main" id="{04DCECE2-1ADB-5594-A70F-2BDBC741F67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0DD386F-60FA-430D-F51F-8F4FE7A1779D}"/>
              </a:ext>
            </a:extLst>
          </p:cNvPr>
          <p:cNvSpPr>
            <a:spLocks noGrp="1"/>
          </p:cNvSpPr>
          <p:nvPr>
            <p:ph type="sldNum" sz="quarter" idx="12"/>
          </p:nvPr>
        </p:nvSpPr>
        <p:spPr/>
        <p:txBody>
          <a:bodyPr/>
          <a:lstStyle>
            <a:lvl1pPr>
              <a:defRPr/>
            </a:lvl1pPr>
          </a:lstStyle>
          <a:p>
            <a:pPr>
              <a:defRPr/>
            </a:pPr>
            <a:fld id="{9A89DECD-869F-C64A-B1AF-FCB41861746F}" type="slidenum">
              <a:rPr lang="en-US" altLang="en-US"/>
              <a:pPr>
                <a:defRPr/>
              </a:pPr>
              <a:t>‹#›</a:t>
            </a:fld>
            <a:endParaRPr lang="en-US" altLang="en-US"/>
          </a:p>
        </p:txBody>
      </p:sp>
    </p:spTree>
    <p:extLst>
      <p:ext uri="{BB962C8B-B14F-4D97-AF65-F5344CB8AC3E}">
        <p14:creationId xmlns:p14="http://schemas.microsoft.com/office/powerpoint/2010/main" val="3501247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D2A9BF-42D1-1AF7-FDAB-B6D1D9AAF2E3}"/>
              </a:ext>
            </a:extLst>
          </p:cNvPr>
          <p:cNvSpPr>
            <a:spLocks noGrp="1"/>
          </p:cNvSpPr>
          <p:nvPr>
            <p:ph type="dt" sz="half" idx="10"/>
          </p:nvPr>
        </p:nvSpPr>
        <p:spPr/>
        <p:txBody>
          <a:bodyPr/>
          <a:lstStyle>
            <a:lvl1pPr>
              <a:defRPr/>
            </a:lvl1pPr>
          </a:lstStyle>
          <a:p>
            <a:pPr>
              <a:defRPr/>
            </a:pPr>
            <a:fld id="{8B40DEC3-FA70-BC40-B162-27C9D3252C02}" type="datetimeFigureOut">
              <a:rPr lang="en-US"/>
              <a:pPr>
                <a:defRPr/>
              </a:pPr>
              <a:t>3/23/26</a:t>
            </a:fld>
            <a:endParaRPr lang="en-US" dirty="0"/>
          </a:p>
        </p:txBody>
      </p:sp>
      <p:sp>
        <p:nvSpPr>
          <p:cNvPr id="5" name="Footer Placeholder 4">
            <a:extLst>
              <a:ext uri="{FF2B5EF4-FFF2-40B4-BE49-F238E27FC236}">
                <a16:creationId xmlns:a16="http://schemas.microsoft.com/office/drawing/2014/main" id="{3960C60F-C9AF-771F-D50F-54E9242FCD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A900AEB-AD0B-33CE-5CC2-C68BE91B81C6}"/>
              </a:ext>
            </a:extLst>
          </p:cNvPr>
          <p:cNvSpPr>
            <a:spLocks noGrp="1"/>
          </p:cNvSpPr>
          <p:nvPr>
            <p:ph type="sldNum" sz="quarter" idx="12"/>
          </p:nvPr>
        </p:nvSpPr>
        <p:spPr/>
        <p:txBody>
          <a:bodyPr/>
          <a:lstStyle>
            <a:lvl1pPr>
              <a:defRPr/>
            </a:lvl1pPr>
          </a:lstStyle>
          <a:p>
            <a:pPr>
              <a:defRPr/>
            </a:pPr>
            <a:fld id="{18923615-6B10-764E-9982-9BAEE0033F40}" type="slidenum">
              <a:rPr lang="en-US" altLang="en-US"/>
              <a:pPr>
                <a:defRPr/>
              </a:pPr>
              <a:t>‹#›</a:t>
            </a:fld>
            <a:endParaRPr lang="en-US" altLang="en-US"/>
          </a:p>
        </p:txBody>
      </p:sp>
    </p:spTree>
    <p:extLst>
      <p:ext uri="{BB962C8B-B14F-4D97-AF65-F5344CB8AC3E}">
        <p14:creationId xmlns:p14="http://schemas.microsoft.com/office/powerpoint/2010/main" val="1853629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B30AE3D9-A2D7-73F4-5487-C77420EBEAAF}"/>
              </a:ext>
            </a:extLst>
          </p:cNvPr>
          <p:cNvSpPr>
            <a:spLocks noGrp="1"/>
          </p:cNvSpPr>
          <p:nvPr>
            <p:ph type="dt" sz="half" idx="10"/>
          </p:nvPr>
        </p:nvSpPr>
        <p:spPr/>
        <p:txBody>
          <a:bodyPr/>
          <a:lstStyle>
            <a:lvl1pPr>
              <a:defRPr/>
            </a:lvl1pPr>
          </a:lstStyle>
          <a:p>
            <a:pPr>
              <a:defRPr/>
            </a:pPr>
            <a:fld id="{E22400FD-0EE4-C642-883C-9589B7F87115}" type="datetimeFigureOut">
              <a:rPr lang="en-US"/>
              <a:pPr>
                <a:defRPr/>
              </a:pPr>
              <a:t>3/23/26</a:t>
            </a:fld>
            <a:endParaRPr lang="en-US" dirty="0"/>
          </a:p>
        </p:txBody>
      </p:sp>
      <p:sp>
        <p:nvSpPr>
          <p:cNvPr id="6" name="Footer Placeholder 4">
            <a:extLst>
              <a:ext uri="{FF2B5EF4-FFF2-40B4-BE49-F238E27FC236}">
                <a16:creationId xmlns:a16="http://schemas.microsoft.com/office/drawing/2014/main" id="{B77415A2-3938-C88B-F07E-2586E715674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64F3A4D-68E3-EECB-1AC9-B210E3EB3046}"/>
              </a:ext>
            </a:extLst>
          </p:cNvPr>
          <p:cNvSpPr>
            <a:spLocks noGrp="1"/>
          </p:cNvSpPr>
          <p:nvPr>
            <p:ph type="sldNum" sz="quarter" idx="12"/>
          </p:nvPr>
        </p:nvSpPr>
        <p:spPr/>
        <p:txBody>
          <a:bodyPr/>
          <a:lstStyle>
            <a:lvl1pPr>
              <a:defRPr/>
            </a:lvl1pPr>
          </a:lstStyle>
          <a:p>
            <a:pPr>
              <a:defRPr/>
            </a:pPr>
            <a:fld id="{E8EC34C2-5D44-D849-A59B-586C42582D6B}" type="slidenum">
              <a:rPr lang="en-US" altLang="en-US"/>
              <a:pPr>
                <a:defRPr/>
              </a:pPr>
              <a:t>‹#›</a:t>
            </a:fld>
            <a:endParaRPr lang="en-US" altLang="en-US"/>
          </a:p>
        </p:txBody>
      </p:sp>
    </p:spTree>
    <p:extLst>
      <p:ext uri="{BB962C8B-B14F-4D97-AF65-F5344CB8AC3E}">
        <p14:creationId xmlns:p14="http://schemas.microsoft.com/office/powerpoint/2010/main" val="3173020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5CB7D7B-22AB-4C43-989C-EC4E0AEC10C6}"/>
              </a:ext>
            </a:extLst>
          </p:cNvPr>
          <p:cNvSpPr>
            <a:spLocks noGrp="1"/>
          </p:cNvSpPr>
          <p:nvPr>
            <p:ph type="dt" sz="half" idx="10"/>
          </p:nvPr>
        </p:nvSpPr>
        <p:spPr/>
        <p:txBody>
          <a:bodyPr/>
          <a:lstStyle>
            <a:lvl1pPr>
              <a:defRPr/>
            </a:lvl1pPr>
          </a:lstStyle>
          <a:p>
            <a:pPr>
              <a:defRPr/>
            </a:pPr>
            <a:fld id="{95BC3E56-84D2-2644-8E21-D62200ED9DEE}" type="datetimeFigureOut">
              <a:rPr lang="en-US"/>
              <a:pPr>
                <a:defRPr/>
              </a:pPr>
              <a:t>3/23/26</a:t>
            </a:fld>
            <a:endParaRPr lang="en-US" dirty="0"/>
          </a:p>
        </p:txBody>
      </p:sp>
      <p:sp>
        <p:nvSpPr>
          <p:cNvPr id="8" name="Footer Placeholder 4">
            <a:extLst>
              <a:ext uri="{FF2B5EF4-FFF2-40B4-BE49-F238E27FC236}">
                <a16:creationId xmlns:a16="http://schemas.microsoft.com/office/drawing/2014/main" id="{E2CF576A-33AB-DAC3-40A4-4A8593D37A8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2606848-5F4E-9220-B951-A3B09E03BE98}"/>
              </a:ext>
            </a:extLst>
          </p:cNvPr>
          <p:cNvSpPr>
            <a:spLocks noGrp="1"/>
          </p:cNvSpPr>
          <p:nvPr>
            <p:ph type="sldNum" sz="quarter" idx="12"/>
          </p:nvPr>
        </p:nvSpPr>
        <p:spPr/>
        <p:txBody>
          <a:bodyPr/>
          <a:lstStyle>
            <a:lvl1pPr>
              <a:defRPr/>
            </a:lvl1pPr>
          </a:lstStyle>
          <a:p>
            <a:pPr>
              <a:defRPr/>
            </a:pPr>
            <a:fld id="{A1BE5AC6-040F-254F-AAB3-C88EF8B7B2D9}" type="slidenum">
              <a:rPr lang="en-US" altLang="en-US"/>
              <a:pPr>
                <a:defRPr/>
              </a:pPr>
              <a:t>‹#›</a:t>
            </a:fld>
            <a:endParaRPr lang="en-US" altLang="en-US"/>
          </a:p>
        </p:txBody>
      </p:sp>
    </p:spTree>
    <p:extLst>
      <p:ext uri="{BB962C8B-B14F-4D97-AF65-F5344CB8AC3E}">
        <p14:creationId xmlns:p14="http://schemas.microsoft.com/office/powerpoint/2010/main" val="1739691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8B8C854-6E0B-2601-BC0A-FE8E9674FF2D}"/>
              </a:ext>
            </a:extLst>
          </p:cNvPr>
          <p:cNvSpPr>
            <a:spLocks noGrp="1"/>
          </p:cNvSpPr>
          <p:nvPr>
            <p:ph type="dt" sz="half" idx="10"/>
          </p:nvPr>
        </p:nvSpPr>
        <p:spPr/>
        <p:txBody>
          <a:bodyPr/>
          <a:lstStyle>
            <a:lvl1pPr>
              <a:defRPr/>
            </a:lvl1pPr>
          </a:lstStyle>
          <a:p>
            <a:pPr>
              <a:defRPr/>
            </a:pPr>
            <a:fld id="{F57E48D0-ED17-7F44-B6E0-0D7CBB90D266}" type="datetimeFigureOut">
              <a:rPr lang="en-US"/>
              <a:pPr>
                <a:defRPr/>
              </a:pPr>
              <a:t>3/23/26</a:t>
            </a:fld>
            <a:endParaRPr lang="en-US" dirty="0"/>
          </a:p>
        </p:txBody>
      </p:sp>
      <p:sp>
        <p:nvSpPr>
          <p:cNvPr id="4" name="Footer Placeholder 4">
            <a:extLst>
              <a:ext uri="{FF2B5EF4-FFF2-40B4-BE49-F238E27FC236}">
                <a16:creationId xmlns:a16="http://schemas.microsoft.com/office/drawing/2014/main" id="{B338D6E2-AC0B-CF13-8B07-061C7C2C196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00316F5-8546-C19A-62EC-DC8B558401B3}"/>
              </a:ext>
            </a:extLst>
          </p:cNvPr>
          <p:cNvSpPr>
            <a:spLocks noGrp="1"/>
          </p:cNvSpPr>
          <p:nvPr>
            <p:ph type="sldNum" sz="quarter" idx="12"/>
          </p:nvPr>
        </p:nvSpPr>
        <p:spPr/>
        <p:txBody>
          <a:bodyPr/>
          <a:lstStyle>
            <a:lvl1pPr>
              <a:defRPr/>
            </a:lvl1pPr>
          </a:lstStyle>
          <a:p>
            <a:pPr>
              <a:defRPr/>
            </a:pPr>
            <a:fld id="{183B9F45-B094-9E4A-BE24-5245C48ED7C4}" type="slidenum">
              <a:rPr lang="en-US" altLang="en-US"/>
              <a:pPr>
                <a:defRPr/>
              </a:pPr>
              <a:t>‹#›</a:t>
            </a:fld>
            <a:endParaRPr lang="en-US" altLang="en-US"/>
          </a:p>
        </p:txBody>
      </p:sp>
    </p:spTree>
    <p:extLst>
      <p:ext uri="{BB962C8B-B14F-4D97-AF65-F5344CB8AC3E}">
        <p14:creationId xmlns:p14="http://schemas.microsoft.com/office/powerpoint/2010/main" val="314259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5AC6C36-EC81-11B9-6F6E-1C5F92D93E0A}"/>
              </a:ext>
            </a:extLst>
          </p:cNvPr>
          <p:cNvSpPr>
            <a:spLocks noGrp="1"/>
          </p:cNvSpPr>
          <p:nvPr>
            <p:ph type="dt" sz="half" idx="10"/>
          </p:nvPr>
        </p:nvSpPr>
        <p:spPr/>
        <p:txBody>
          <a:bodyPr/>
          <a:lstStyle>
            <a:lvl1pPr>
              <a:defRPr/>
            </a:lvl1pPr>
          </a:lstStyle>
          <a:p>
            <a:pPr>
              <a:defRPr/>
            </a:pPr>
            <a:fld id="{6A060496-119E-AC45-AF47-1D12FDC91F22}" type="datetimeFigureOut">
              <a:rPr lang="en-US"/>
              <a:pPr>
                <a:defRPr/>
              </a:pPr>
              <a:t>3/23/26</a:t>
            </a:fld>
            <a:endParaRPr lang="en-US" dirty="0"/>
          </a:p>
        </p:txBody>
      </p:sp>
      <p:sp>
        <p:nvSpPr>
          <p:cNvPr id="3" name="Footer Placeholder 4">
            <a:extLst>
              <a:ext uri="{FF2B5EF4-FFF2-40B4-BE49-F238E27FC236}">
                <a16:creationId xmlns:a16="http://schemas.microsoft.com/office/drawing/2014/main" id="{E9A53CD4-782B-8617-5D9B-1B548F92A70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F125A9C-939C-7FD8-254D-560F7AEDD040}"/>
              </a:ext>
            </a:extLst>
          </p:cNvPr>
          <p:cNvSpPr>
            <a:spLocks noGrp="1"/>
          </p:cNvSpPr>
          <p:nvPr>
            <p:ph type="sldNum" sz="quarter" idx="12"/>
          </p:nvPr>
        </p:nvSpPr>
        <p:spPr/>
        <p:txBody>
          <a:bodyPr/>
          <a:lstStyle>
            <a:lvl1pPr>
              <a:defRPr/>
            </a:lvl1pPr>
          </a:lstStyle>
          <a:p>
            <a:pPr>
              <a:defRPr/>
            </a:pPr>
            <a:fld id="{5BCA3509-F5E2-6344-8C7E-7A6CED36A0C1}" type="slidenum">
              <a:rPr lang="en-US" altLang="en-US"/>
              <a:pPr>
                <a:defRPr/>
              </a:pPr>
              <a:t>‹#›</a:t>
            </a:fld>
            <a:endParaRPr lang="en-US" altLang="en-US"/>
          </a:p>
        </p:txBody>
      </p:sp>
    </p:spTree>
    <p:extLst>
      <p:ext uri="{BB962C8B-B14F-4D97-AF65-F5344CB8AC3E}">
        <p14:creationId xmlns:p14="http://schemas.microsoft.com/office/powerpoint/2010/main" val="3201631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69AE46FE-13B8-F787-0DD3-569A90EDA3D5}"/>
              </a:ext>
            </a:extLst>
          </p:cNvPr>
          <p:cNvSpPr>
            <a:spLocks noGrp="1"/>
          </p:cNvSpPr>
          <p:nvPr>
            <p:ph type="dt" sz="half" idx="10"/>
          </p:nvPr>
        </p:nvSpPr>
        <p:spPr/>
        <p:txBody>
          <a:bodyPr/>
          <a:lstStyle>
            <a:lvl1pPr>
              <a:defRPr/>
            </a:lvl1pPr>
          </a:lstStyle>
          <a:p>
            <a:pPr>
              <a:defRPr/>
            </a:pPr>
            <a:fld id="{325FE41B-4504-5243-A4FD-DFBC90102116}" type="datetimeFigureOut">
              <a:rPr lang="en-US"/>
              <a:pPr>
                <a:defRPr/>
              </a:pPr>
              <a:t>3/23/26</a:t>
            </a:fld>
            <a:endParaRPr lang="en-US" dirty="0"/>
          </a:p>
        </p:txBody>
      </p:sp>
      <p:sp>
        <p:nvSpPr>
          <p:cNvPr id="6" name="Footer Placeholder 4">
            <a:extLst>
              <a:ext uri="{FF2B5EF4-FFF2-40B4-BE49-F238E27FC236}">
                <a16:creationId xmlns:a16="http://schemas.microsoft.com/office/drawing/2014/main" id="{31C02D3A-0552-649E-D9E4-8481AD0867B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1C11E65-3043-6C5A-40A3-EEEB6680AAF0}"/>
              </a:ext>
            </a:extLst>
          </p:cNvPr>
          <p:cNvSpPr>
            <a:spLocks noGrp="1"/>
          </p:cNvSpPr>
          <p:nvPr>
            <p:ph type="sldNum" sz="quarter" idx="12"/>
          </p:nvPr>
        </p:nvSpPr>
        <p:spPr/>
        <p:txBody>
          <a:bodyPr/>
          <a:lstStyle>
            <a:lvl1pPr>
              <a:defRPr/>
            </a:lvl1pPr>
          </a:lstStyle>
          <a:p>
            <a:pPr>
              <a:defRPr/>
            </a:pPr>
            <a:fld id="{F42E37E0-509F-AD43-B6E0-5C9739BB383A}" type="slidenum">
              <a:rPr lang="en-US" altLang="en-US"/>
              <a:pPr>
                <a:defRPr/>
              </a:pPr>
              <a:t>‹#›</a:t>
            </a:fld>
            <a:endParaRPr lang="en-US" altLang="en-US"/>
          </a:p>
        </p:txBody>
      </p:sp>
    </p:spTree>
    <p:extLst>
      <p:ext uri="{BB962C8B-B14F-4D97-AF65-F5344CB8AC3E}">
        <p14:creationId xmlns:p14="http://schemas.microsoft.com/office/powerpoint/2010/main" val="534126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rtlCol="0">
            <a:normAutofit/>
          </a:bodyPr>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pPr lvl="0"/>
            <a:r>
              <a:rPr lang="en-US" noProof="0" dirty="0"/>
              <a:t>Click icon to add picture</a:t>
            </a:r>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9E616D25-AE14-96F5-83ED-6C696DF70DB0}"/>
              </a:ext>
            </a:extLst>
          </p:cNvPr>
          <p:cNvSpPr>
            <a:spLocks noGrp="1"/>
          </p:cNvSpPr>
          <p:nvPr>
            <p:ph type="dt" sz="half" idx="10"/>
          </p:nvPr>
        </p:nvSpPr>
        <p:spPr/>
        <p:txBody>
          <a:bodyPr/>
          <a:lstStyle>
            <a:lvl1pPr>
              <a:defRPr/>
            </a:lvl1pPr>
          </a:lstStyle>
          <a:p>
            <a:pPr>
              <a:defRPr/>
            </a:pPr>
            <a:fld id="{B45905BE-58B8-DB43-A265-9A498D2DE796}" type="datetimeFigureOut">
              <a:rPr lang="en-US"/>
              <a:pPr>
                <a:defRPr/>
              </a:pPr>
              <a:t>3/23/26</a:t>
            </a:fld>
            <a:endParaRPr lang="en-US" dirty="0"/>
          </a:p>
        </p:txBody>
      </p:sp>
      <p:sp>
        <p:nvSpPr>
          <p:cNvPr id="6" name="Footer Placeholder 4">
            <a:extLst>
              <a:ext uri="{FF2B5EF4-FFF2-40B4-BE49-F238E27FC236}">
                <a16:creationId xmlns:a16="http://schemas.microsoft.com/office/drawing/2014/main" id="{389AD658-A5A7-31BD-36B1-6593A736994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97E457D-9112-386A-6141-75B4F229FB59}"/>
              </a:ext>
            </a:extLst>
          </p:cNvPr>
          <p:cNvSpPr>
            <a:spLocks noGrp="1"/>
          </p:cNvSpPr>
          <p:nvPr>
            <p:ph type="sldNum" sz="quarter" idx="12"/>
          </p:nvPr>
        </p:nvSpPr>
        <p:spPr/>
        <p:txBody>
          <a:bodyPr/>
          <a:lstStyle>
            <a:lvl1pPr>
              <a:defRPr/>
            </a:lvl1pPr>
          </a:lstStyle>
          <a:p>
            <a:pPr>
              <a:defRPr/>
            </a:pPr>
            <a:fld id="{1016A952-CF26-A849-8F3A-76E880F35C0B}" type="slidenum">
              <a:rPr lang="en-US" altLang="en-US"/>
              <a:pPr>
                <a:defRPr/>
              </a:pPr>
              <a:t>‹#›</a:t>
            </a:fld>
            <a:endParaRPr lang="en-US" altLang="en-US"/>
          </a:p>
        </p:txBody>
      </p:sp>
    </p:spTree>
    <p:extLst>
      <p:ext uri="{BB962C8B-B14F-4D97-AF65-F5344CB8AC3E}">
        <p14:creationId xmlns:p14="http://schemas.microsoft.com/office/powerpoint/2010/main" val="3466436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19AFC5-6F72-4928-C1D0-AAC75C23906A}"/>
              </a:ext>
            </a:extLst>
          </p:cNvPr>
          <p:cNvSpPr>
            <a:spLocks noGrp="1"/>
          </p:cNvSpPr>
          <p:nvPr>
            <p:ph type="dt" sz="half" idx="10"/>
          </p:nvPr>
        </p:nvSpPr>
        <p:spPr/>
        <p:txBody>
          <a:bodyPr/>
          <a:lstStyle>
            <a:lvl1pPr>
              <a:defRPr/>
            </a:lvl1pPr>
          </a:lstStyle>
          <a:p>
            <a:pPr>
              <a:defRPr/>
            </a:pPr>
            <a:fld id="{42CF62AD-A9E6-A845-9FD8-8953ED2A5674}" type="datetimeFigureOut">
              <a:rPr lang="en-US"/>
              <a:pPr>
                <a:defRPr/>
              </a:pPr>
              <a:t>3/23/26</a:t>
            </a:fld>
            <a:endParaRPr lang="en-US" dirty="0"/>
          </a:p>
        </p:txBody>
      </p:sp>
      <p:sp>
        <p:nvSpPr>
          <p:cNvPr id="5" name="Footer Placeholder 4">
            <a:extLst>
              <a:ext uri="{FF2B5EF4-FFF2-40B4-BE49-F238E27FC236}">
                <a16:creationId xmlns:a16="http://schemas.microsoft.com/office/drawing/2014/main" id="{1D778317-F3B6-E8D1-6AEE-58AB3E41E89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F1E5106-96B7-73F5-CC5D-FFBB2F6A9272}"/>
              </a:ext>
            </a:extLst>
          </p:cNvPr>
          <p:cNvSpPr>
            <a:spLocks noGrp="1"/>
          </p:cNvSpPr>
          <p:nvPr>
            <p:ph type="sldNum" sz="quarter" idx="12"/>
          </p:nvPr>
        </p:nvSpPr>
        <p:spPr/>
        <p:txBody>
          <a:bodyPr/>
          <a:lstStyle>
            <a:lvl1pPr>
              <a:defRPr/>
            </a:lvl1pPr>
          </a:lstStyle>
          <a:p>
            <a:pPr>
              <a:defRPr/>
            </a:pPr>
            <a:fld id="{1D4FA043-F11D-5247-B927-0E3E07F35648}" type="slidenum">
              <a:rPr lang="en-US" altLang="en-US"/>
              <a:pPr>
                <a:defRPr/>
              </a:pPr>
              <a:t>‹#›</a:t>
            </a:fld>
            <a:endParaRPr lang="en-US" altLang="en-US"/>
          </a:p>
        </p:txBody>
      </p:sp>
    </p:spTree>
    <p:extLst>
      <p:ext uri="{BB962C8B-B14F-4D97-AF65-F5344CB8AC3E}">
        <p14:creationId xmlns:p14="http://schemas.microsoft.com/office/powerpoint/2010/main" val="1836823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9827769-8BA8-F18F-8E58-B78D7920ECFC}"/>
              </a:ext>
            </a:extLst>
          </p:cNvPr>
          <p:cNvSpPr>
            <a:spLocks noGrp="1"/>
          </p:cNvSpPr>
          <p:nvPr>
            <p:ph type="dt" sz="half" idx="10"/>
          </p:nvPr>
        </p:nvSpPr>
        <p:spPr/>
        <p:txBody>
          <a:bodyPr/>
          <a:lstStyle>
            <a:lvl1pPr>
              <a:defRPr/>
            </a:lvl1pPr>
          </a:lstStyle>
          <a:p>
            <a:pPr>
              <a:defRPr/>
            </a:pPr>
            <a:fld id="{C2513866-92BC-AC4E-AF34-F9AC3E533F46}" type="datetimeFigureOut">
              <a:rPr lang="en-US"/>
              <a:pPr>
                <a:defRPr/>
              </a:pPr>
              <a:t>3/23/26</a:t>
            </a:fld>
            <a:endParaRPr lang="en-US" dirty="0"/>
          </a:p>
        </p:txBody>
      </p:sp>
      <p:sp>
        <p:nvSpPr>
          <p:cNvPr id="5" name="Footer Placeholder 4">
            <a:extLst>
              <a:ext uri="{FF2B5EF4-FFF2-40B4-BE49-F238E27FC236}">
                <a16:creationId xmlns:a16="http://schemas.microsoft.com/office/drawing/2014/main" id="{C954FA7F-4A30-633D-7AB8-C2AFA184E3F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BCF7C8-839C-B506-0C59-96F65E829D72}"/>
              </a:ext>
            </a:extLst>
          </p:cNvPr>
          <p:cNvSpPr>
            <a:spLocks noGrp="1"/>
          </p:cNvSpPr>
          <p:nvPr>
            <p:ph type="sldNum" sz="quarter" idx="12"/>
          </p:nvPr>
        </p:nvSpPr>
        <p:spPr/>
        <p:txBody>
          <a:bodyPr/>
          <a:lstStyle>
            <a:lvl1pPr>
              <a:defRPr/>
            </a:lvl1pPr>
          </a:lstStyle>
          <a:p>
            <a:pPr>
              <a:defRPr/>
            </a:pPr>
            <a:fld id="{20E166A4-27EC-6748-B353-2C57A843A43C}" type="slidenum">
              <a:rPr lang="en-US" altLang="en-US"/>
              <a:pPr>
                <a:defRPr/>
              </a:pPr>
              <a:t>‹#›</a:t>
            </a:fld>
            <a:endParaRPr lang="en-US" altLang="en-US"/>
          </a:p>
        </p:txBody>
      </p:sp>
    </p:spTree>
    <p:extLst>
      <p:ext uri="{BB962C8B-B14F-4D97-AF65-F5344CB8AC3E}">
        <p14:creationId xmlns:p14="http://schemas.microsoft.com/office/powerpoint/2010/main" val="3775034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F134B2A-FF7F-82E5-AD7F-31E9ED5D769B}"/>
              </a:ext>
            </a:extLst>
          </p:cNvPr>
          <p:cNvSpPr>
            <a:spLocks noGrp="1"/>
          </p:cNvSpPr>
          <p:nvPr>
            <p:ph type="title"/>
          </p:nvPr>
        </p:nvSpPr>
        <p:spPr bwMode="auto">
          <a:xfrm>
            <a:off x="519113" y="569913"/>
            <a:ext cx="6521450"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F7E4372-AC3E-874D-7BC1-13D812F265CD}"/>
              </a:ext>
            </a:extLst>
          </p:cNvPr>
          <p:cNvSpPr>
            <a:spLocks noGrp="1"/>
          </p:cNvSpPr>
          <p:nvPr>
            <p:ph type="body" idx="1"/>
          </p:nvPr>
        </p:nvSpPr>
        <p:spPr bwMode="auto">
          <a:xfrm>
            <a:off x="519113" y="2846388"/>
            <a:ext cx="6521450" cy="678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B24467C-27DC-7545-8F3D-FFDC0B65FC7A}"/>
              </a:ext>
            </a:extLst>
          </p:cNvPr>
          <p:cNvSpPr>
            <a:spLocks noGrp="1"/>
          </p:cNvSpPr>
          <p:nvPr>
            <p:ph type="dt" sz="half" idx="2"/>
          </p:nvPr>
        </p:nvSpPr>
        <p:spPr>
          <a:xfrm>
            <a:off x="519113" y="9909175"/>
            <a:ext cx="1701800" cy="569913"/>
          </a:xfrm>
          <a:prstGeom prst="rect">
            <a:avLst/>
          </a:prstGeom>
        </p:spPr>
        <p:txBody>
          <a:bodyPr vert="horz" lIns="91440" tIns="45720" rIns="91440" bIns="45720" rtlCol="0" anchor="ctr"/>
          <a:lstStyle>
            <a:lvl1pPr algn="l" defTabSz="586552" eaLnBrk="1" fontAlgn="auto" hangingPunct="1">
              <a:spcBef>
                <a:spcPts val="0"/>
              </a:spcBef>
              <a:spcAft>
                <a:spcPts val="0"/>
              </a:spcAft>
              <a:defRPr sz="992">
                <a:solidFill>
                  <a:schemeClr val="tx1">
                    <a:tint val="75000"/>
                  </a:schemeClr>
                </a:solidFill>
                <a:latin typeface="+mn-lt"/>
              </a:defRPr>
            </a:lvl1pPr>
          </a:lstStyle>
          <a:p>
            <a:pPr>
              <a:defRPr/>
            </a:pPr>
            <a:fld id="{A0DA729C-94B3-E847-BE26-FD290198484B}" type="datetimeFigureOut">
              <a:rPr lang="en-US"/>
              <a:pPr>
                <a:defRPr/>
              </a:pPr>
              <a:t>3/23/26</a:t>
            </a:fld>
            <a:endParaRPr lang="en-US" dirty="0"/>
          </a:p>
        </p:txBody>
      </p:sp>
      <p:sp>
        <p:nvSpPr>
          <p:cNvPr id="5" name="Footer Placeholder 4">
            <a:extLst>
              <a:ext uri="{FF2B5EF4-FFF2-40B4-BE49-F238E27FC236}">
                <a16:creationId xmlns:a16="http://schemas.microsoft.com/office/drawing/2014/main" id="{845D7152-F6F4-AB24-1AC6-592FD7FAC83C}"/>
              </a:ext>
            </a:extLst>
          </p:cNvPr>
          <p:cNvSpPr>
            <a:spLocks noGrp="1"/>
          </p:cNvSpPr>
          <p:nvPr>
            <p:ph type="ftr" sz="quarter" idx="3"/>
          </p:nvPr>
        </p:nvSpPr>
        <p:spPr>
          <a:xfrm>
            <a:off x="2503488" y="9909175"/>
            <a:ext cx="2552700" cy="569913"/>
          </a:xfrm>
          <a:prstGeom prst="rect">
            <a:avLst/>
          </a:prstGeom>
        </p:spPr>
        <p:txBody>
          <a:bodyPr vert="horz" lIns="91440" tIns="45720" rIns="91440" bIns="45720" rtlCol="0" anchor="ctr"/>
          <a:lstStyle>
            <a:lvl1pPr algn="ctr" defTabSz="586552"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F7526F5B-0283-876C-4CC7-D4CCB9422E05}"/>
              </a:ext>
            </a:extLst>
          </p:cNvPr>
          <p:cNvSpPr>
            <a:spLocks noGrp="1"/>
          </p:cNvSpPr>
          <p:nvPr>
            <p:ph type="sldNum" sz="quarter" idx="4"/>
          </p:nvPr>
        </p:nvSpPr>
        <p:spPr>
          <a:xfrm>
            <a:off x="5338763" y="9909175"/>
            <a:ext cx="1701800" cy="569913"/>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7F4F3DEF-6D4E-8844-95A5-EFD15F4E46D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txStyles>
    <p:titleStyle>
      <a:lvl1pPr algn="l" defTabSz="755650" rtl="0" eaLnBrk="0" fontAlgn="base" hangingPunct="0">
        <a:lnSpc>
          <a:spcPct val="90000"/>
        </a:lnSpc>
        <a:spcBef>
          <a:spcPct val="0"/>
        </a:spcBef>
        <a:spcAft>
          <a:spcPct val="0"/>
        </a:spcAft>
        <a:defRPr sz="3600" kern="1200">
          <a:solidFill>
            <a:schemeClr val="tx1"/>
          </a:solidFill>
          <a:latin typeface="+mj-lt"/>
          <a:ea typeface="+mj-ea"/>
          <a:cs typeface="+mj-cs"/>
        </a:defRPr>
      </a:lvl1pPr>
      <a:lvl2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2pPr>
      <a:lvl3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3pPr>
      <a:lvl4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4pPr>
      <a:lvl5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5pPr>
      <a:lvl6pPr marL="457200" algn="l" defTabSz="755650" rtl="0" fontAlgn="base">
        <a:lnSpc>
          <a:spcPct val="90000"/>
        </a:lnSpc>
        <a:spcBef>
          <a:spcPct val="0"/>
        </a:spcBef>
        <a:spcAft>
          <a:spcPct val="0"/>
        </a:spcAft>
        <a:defRPr sz="3600">
          <a:solidFill>
            <a:schemeClr val="tx1"/>
          </a:solidFill>
          <a:latin typeface="Calibri Light" panose="020F0302020204030204" pitchFamily="34" charset="0"/>
        </a:defRPr>
      </a:lvl6pPr>
      <a:lvl7pPr marL="914400" algn="l" defTabSz="755650" rtl="0" fontAlgn="base">
        <a:lnSpc>
          <a:spcPct val="90000"/>
        </a:lnSpc>
        <a:spcBef>
          <a:spcPct val="0"/>
        </a:spcBef>
        <a:spcAft>
          <a:spcPct val="0"/>
        </a:spcAft>
        <a:defRPr sz="3600">
          <a:solidFill>
            <a:schemeClr val="tx1"/>
          </a:solidFill>
          <a:latin typeface="Calibri Light" panose="020F0302020204030204" pitchFamily="34" charset="0"/>
        </a:defRPr>
      </a:lvl7pPr>
      <a:lvl8pPr marL="1371600" algn="l" defTabSz="755650" rtl="0" fontAlgn="base">
        <a:lnSpc>
          <a:spcPct val="90000"/>
        </a:lnSpc>
        <a:spcBef>
          <a:spcPct val="0"/>
        </a:spcBef>
        <a:spcAft>
          <a:spcPct val="0"/>
        </a:spcAft>
        <a:defRPr sz="3600">
          <a:solidFill>
            <a:schemeClr val="tx1"/>
          </a:solidFill>
          <a:latin typeface="Calibri Light" panose="020F0302020204030204" pitchFamily="34" charset="0"/>
        </a:defRPr>
      </a:lvl8pPr>
      <a:lvl9pPr marL="1828800" algn="l" defTabSz="755650" rtl="0" fontAlgn="base">
        <a:lnSpc>
          <a:spcPct val="90000"/>
        </a:lnSpc>
        <a:spcBef>
          <a:spcPct val="0"/>
        </a:spcBef>
        <a:spcAft>
          <a:spcPct val="0"/>
        </a:spcAft>
        <a:defRPr sz="3600">
          <a:solidFill>
            <a:schemeClr val="tx1"/>
          </a:solidFill>
          <a:latin typeface="Calibri Light" panose="020F0302020204030204" pitchFamily="34" charset="0"/>
        </a:defRPr>
      </a:lvl9pPr>
    </p:titleStyle>
    <p:bodyStyle>
      <a:lvl1pPr marL="188913" indent="-188913" algn="l" defTabSz="755650" rtl="0" eaLnBrk="0" fontAlgn="base" hangingPunct="0">
        <a:lnSpc>
          <a:spcPct val="90000"/>
        </a:lnSpc>
        <a:spcBef>
          <a:spcPts val="825"/>
        </a:spcBef>
        <a:spcAft>
          <a:spcPct val="0"/>
        </a:spcAft>
        <a:buFont typeface="Arial" panose="020B0604020202020204" pitchFamily="34" charset="0"/>
        <a:buChar char="•"/>
        <a:defRPr sz="2300" kern="1200">
          <a:solidFill>
            <a:schemeClr val="tx1"/>
          </a:solidFill>
          <a:latin typeface="+mn-lt"/>
          <a:ea typeface="+mn-ea"/>
          <a:cs typeface="+mn-cs"/>
        </a:defRPr>
      </a:lvl1pPr>
      <a:lvl2pPr marL="566738" indent="-188913" algn="l" defTabSz="755650" rtl="0" eaLnBrk="0" fontAlgn="base" hangingPunct="0">
        <a:lnSpc>
          <a:spcPct val="90000"/>
        </a:lnSpc>
        <a:spcBef>
          <a:spcPts val="413"/>
        </a:spcBef>
        <a:spcAft>
          <a:spcPct val="0"/>
        </a:spcAft>
        <a:buFont typeface="Arial" panose="020B0604020202020204" pitchFamily="34" charset="0"/>
        <a:buChar char="•"/>
        <a:defRPr sz="1900" kern="1200">
          <a:solidFill>
            <a:schemeClr val="tx1"/>
          </a:solidFill>
          <a:latin typeface="+mn-lt"/>
          <a:ea typeface="+mn-ea"/>
          <a:cs typeface="+mn-cs"/>
        </a:defRPr>
      </a:lvl2pPr>
      <a:lvl3pPr marL="944563" indent="-188913" algn="l" defTabSz="755650" rtl="0" eaLnBrk="0" fontAlgn="base" hangingPunct="0">
        <a:lnSpc>
          <a:spcPct val="90000"/>
        </a:lnSpc>
        <a:spcBef>
          <a:spcPts val="413"/>
        </a:spcBef>
        <a:spcAft>
          <a:spcPct val="0"/>
        </a:spcAft>
        <a:buFont typeface="Arial" panose="020B0604020202020204" pitchFamily="34" charset="0"/>
        <a:buChar char="•"/>
        <a:defRPr sz="1600" kern="1200">
          <a:solidFill>
            <a:schemeClr val="tx1"/>
          </a:solidFill>
          <a:latin typeface="+mn-lt"/>
          <a:ea typeface="+mn-ea"/>
          <a:cs typeface="+mn-cs"/>
        </a:defRPr>
      </a:lvl3pPr>
      <a:lvl4pPr marL="1322388" indent="-188913" algn="l" defTabSz="755650"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4pPr>
      <a:lvl5pPr marL="1700213" indent="-188913" algn="l" defTabSz="755650"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CB99F66-4F0D-40EE-0340-934161C377F8}"/>
              </a:ext>
            </a:extLst>
          </p:cNvPr>
          <p:cNvSpPr>
            <a:spLocks noGrp="1"/>
          </p:cNvSpPr>
          <p:nvPr>
            <p:ph type="body" idx="1"/>
          </p:nvPr>
        </p:nvSpPr>
        <p:spPr>
          <a:xfrm>
            <a:off x="3744913" y="322263"/>
            <a:ext cx="3489325" cy="488950"/>
          </a:xfrm>
        </p:spPr>
        <p:txBody>
          <a:bodyPr rtlCol="0" anchor="t">
            <a:normAutofit fontScale="92500" lnSpcReduction="10000"/>
          </a:bodyPr>
          <a:lstStyle/>
          <a:p>
            <a:pPr algn="r" defTabSz="755934" eaLnBrk="1" fontAlgn="auto" hangingPunct="1">
              <a:lnSpc>
                <a:spcPct val="100000"/>
              </a:lnSpc>
              <a:spcBef>
                <a:spcPts val="827"/>
              </a:spcBef>
              <a:spcAft>
                <a:spcPts val="0"/>
              </a:spcAft>
              <a:defRPr/>
            </a:pPr>
            <a:r>
              <a:rPr lang="fr-BE" sz="3022" dirty="0" err="1">
                <a:cs typeface="Arial" panose="020B0604020202020204" pitchFamily="34" charset="0"/>
              </a:rPr>
              <a:t>Fisrtname</a:t>
            </a:r>
            <a:r>
              <a:rPr lang="fr-BE" sz="3022" dirty="0">
                <a:cs typeface="Arial" panose="020B0604020202020204" pitchFamily="34" charset="0"/>
              </a:rPr>
              <a:t> N.</a:t>
            </a:r>
            <a:endParaRPr lang="en-US" sz="3022" dirty="0">
              <a:cs typeface="Arial" panose="020B0604020202020204" pitchFamily="34" charset="0"/>
            </a:endParaRPr>
          </a:p>
        </p:txBody>
      </p:sp>
      <p:sp>
        <p:nvSpPr>
          <p:cNvPr id="4099" name="Text Placeholder 4">
            <a:extLst>
              <a:ext uri="{FF2B5EF4-FFF2-40B4-BE49-F238E27FC236}">
                <a16:creationId xmlns:a16="http://schemas.microsoft.com/office/drawing/2014/main" id="{E82B3B1E-3C66-4DB6-8D41-0124EBDAD141}"/>
              </a:ext>
            </a:extLst>
          </p:cNvPr>
          <p:cNvSpPr txBox="1">
            <a:spLocks/>
          </p:cNvSpPr>
          <p:nvPr/>
        </p:nvSpPr>
        <p:spPr bwMode="auto">
          <a:xfrm>
            <a:off x="3390900" y="835025"/>
            <a:ext cx="3876675" cy="587375"/>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gn="r" eaLnBrk="1" hangingPunct="1">
              <a:spcBef>
                <a:spcPts val="563"/>
              </a:spcBef>
              <a:buFont typeface="Arial" panose="020B0604020202020204" pitchFamily="34" charset="0"/>
              <a:buNone/>
              <a:defRPr/>
            </a:pPr>
            <a:r>
              <a:rPr lang="fr-BE" altLang="en-US" sz="2000" b="1" dirty="0">
                <a:solidFill>
                  <a:srgbClr val="3C8C4F"/>
                </a:solidFill>
                <a:latin typeface="+mn-lt"/>
                <a:cs typeface="Arial" panose="020B0604020202020204" pitchFamily="34" charset="0"/>
              </a:rPr>
              <a:t>Job </a:t>
            </a:r>
            <a:r>
              <a:rPr lang="fr-BE" altLang="en-US" sz="2000" b="1" dirty="0" err="1">
                <a:solidFill>
                  <a:srgbClr val="3C8C4F"/>
                </a:solidFill>
                <a:latin typeface="+mn-lt"/>
                <a:cs typeface="Arial" panose="020B0604020202020204" pitchFamily="34" charset="0"/>
              </a:rPr>
              <a:t>role</a:t>
            </a:r>
            <a:endParaRPr lang="fr-BE" altLang="en-US" sz="2000" b="1" dirty="0">
              <a:solidFill>
                <a:srgbClr val="3C8C4F"/>
              </a:solidFill>
              <a:latin typeface="+mn-lt"/>
              <a:cs typeface="Arial" panose="020B0604020202020204" pitchFamily="34" charset="0"/>
            </a:endParaRPr>
          </a:p>
        </p:txBody>
      </p:sp>
      <p:pic>
        <p:nvPicPr>
          <p:cNvPr id="4100" name="Picture 66">
            <a:extLst>
              <a:ext uri="{FF2B5EF4-FFF2-40B4-BE49-F238E27FC236}">
                <a16:creationId xmlns:a16="http://schemas.microsoft.com/office/drawing/2014/main" id="{28DC3AD0-AFCC-D3D7-9580-4AA6A7619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284163"/>
            <a:ext cx="23812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1" name="Group 4146">
            <a:extLst>
              <a:ext uri="{FF2B5EF4-FFF2-40B4-BE49-F238E27FC236}">
                <a16:creationId xmlns:a16="http://schemas.microsoft.com/office/drawing/2014/main" id="{750D7815-6D32-70AA-4F5A-805E641AB3C9}"/>
              </a:ext>
            </a:extLst>
          </p:cNvPr>
          <p:cNvGrpSpPr>
            <a:grpSpLocks/>
          </p:cNvGrpSpPr>
          <p:nvPr/>
        </p:nvGrpSpPr>
        <p:grpSpPr bwMode="auto">
          <a:xfrm>
            <a:off x="252413" y="1687513"/>
            <a:ext cx="7215187" cy="911225"/>
            <a:chOff x="252414" y="1687532"/>
            <a:chExt cx="7215186" cy="910948"/>
          </a:xfrm>
        </p:grpSpPr>
        <p:sp>
          <p:nvSpPr>
            <p:cNvPr id="4126" name="Text Placeholder 4">
              <a:extLst>
                <a:ext uri="{FF2B5EF4-FFF2-40B4-BE49-F238E27FC236}">
                  <a16:creationId xmlns:a16="http://schemas.microsoft.com/office/drawing/2014/main" id="{EA327614-D357-243D-9314-73B3CB4D790B}"/>
                </a:ext>
              </a:extLst>
            </p:cNvPr>
            <p:cNvSpPr txBox="1">
              <a:spLocks/>
            </p:cNvSpPr>
            <p:nvPr/>
          </p:nvSpPr>
          <p:spPr bwMode="auto">
            <a:xfrm>
              <a:off x="252414" y="1687532"/>
              <a:ext cx="2346325" cy="271379"/>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a:solidFill>
                    <a:srgbClr val="FC4024"/>
                  </a:solidFill>
                  <a:latin typeface="+mn-lt"/>
                  <a:cs typeface="Arial" panose="020B0604020202020204" pitchFamily="34" charset="0"/>
                  <a:sym typeface="Webdings" panose="05030102010509060703" pitchFamily="18" charset="2"/>
                </a:rPr>
                <a:t>PROFILE</a:t>
              </a:r>
            </a:p>
          </p:txBody>
        </p:sp>
        <p:cxnSp>
          <p:nvCxnSpPr>
            <p:cNvPr id="62" name="Straight Connector 61">
              <a:extLst>
                <a:ext uri="{FF2B5EF4-FFF2-40B4-BE49-F238E27FC236}">
                  <a16:creationId xmlns:a16="http://schemas.microsoft.com/office/drawing/2014/main" id="{44D1036E-613B-2580-55C3-97DFC7BE6B8E}"/>
                </a:ext>
              </a:extLst>
            </p:cNvPr>
            <p:cNvCxnSpPr/>
            <p:nvPr/>
          </p:nvCxnSpPr>
          <p:spPr bwMode="auto">
            <a:xfrm>
              <a:off x="352426" y="1950977"/>
              <a:ext cx="2538413" cy="7935"/>
            </a:xfrm>
            <a:prstGeom prst="line">
              <a:avLst/>
            </a:prstGeom>
            <a:ln/>
          </p:spPr>
          <p:style>
            <a:lnRef idx="3">
              <a:schemeClr val="dk1"/>
            </a:lnRef>
            <a:fillRef idx="0">
              <a:schemeClr val="dk1"/>
            </a:fillRef>
            <a:effectRef idx="2">
              <a:schemeClr val="dk1"/>
            </a:effectRef>
            <a:fontRef idx="minor">
              <a:schemeClr val="tx1"/>
            </a:fontRef>
          </p:style>
        </p:cxnSp>
        <p:sp>
          <p:nvSpPr>
            <p:cNvPr id="4128" name="Text Placeholder 6">
              <a:extLst>
                <a:ext uri="{FF2B5EF4-FFF2-40B4-BE49-F238E27FC236}">
                  <a16:creationId xmlns:a16="http://schemas.microsoft.com/office/drawing/2014/main" id="{538404A8-BF9E-3EBF-7B25-7CD27E548D17}"/>
                </a:ext>
              </a:extLst>
            </p:cNvPr>
            <p:cNvSpPr txBox="1">
              <a:spLocks noChangeArrowheads="1"/>
            </p:cNvSpPr>
            <p:nvPr/>
          </p:nvSpPr>
          <p:spPr bwMode="auto">
            <a:xfrm>
              <a:off x="269876" y="1982717"/>
              <a:ext cx="7197724" cy="615763"/>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en-US" altLang="en-US" sz="1000" dirty="0">
                  <a:latin typeface="+mn-lt"/>
                  <a:cs typeface="Arial" panose="020B0604020202020204" pitchFamily="34" charset="0"/>
                </a:rPr>
                <a:t>Describe people profile here Describe people profile here Describe people profile here Describe people profile here Describe people profile here Describe people profile here Describe people profile here Describe people profile here Describe people profile here Describe people profile here Describe people profile here Describe people profile here Describe people profile here Describe people profile here </a:t>
              </a:r>
              <a:endParaRPr lang="en-US" altLang="en-US" sz="1000" b="1" dirty="0">
                <a:latin typeface="+mn-lt"/>
              </a:endParaRPr>
            </a:p>
          </p:txBody>
        </p:sp>
      </p:grpSp>
      <p:grpSp>
        <p:nvGrpSpPr>
          <p:cNvPr id="4102" name="Group 4144">
            <a:extLst>
              <a:ext uri="{FF2B5EF4-FFF2-40B4-BE49-F238E27FC236}">
                <a16:creationId xmlns:a16="http://schemas.microsoft.com/office/drawing/2014/main" id="{446BEB74-3D02-3F13-1FDC-657773CF935E}"/>
              </a:ext>
            </a:extLst>
          </p:cNvPr>
          <p:cNvGrpSpPr>
            <a:grpSpLocks/>
          </p:cNvGrpSpPr>
          <p:nvPr/>
        </p:nvGrpSpPr>
        <p:grpSpPr bwMode="auto">
          <a:xfrm>
            <a:off x="252413" y="3736975"/>
            <a:ext cx="4056062" cy="2581275"/>
            <a:chOff x="306388" y="2598594"/>
            <a:chExt cx="4056063" cy="2581386"/>
          </a:xfrm>
        </p:grpSpPr>
        <p:sp>
          <p:nvSpPr>
            <p:cNvPr id="4123" name="Text Placeholder 4">
              <a:extLst>
                <a:ext uri="{FF2B5EF4-FFF2-40B4-BE49-F238E27FC236}">
                  <a16:creationId xmlns:a16="http://schemas.microsoft.com/office/drawing/2014/main" id="{CAED07F8-76CC-FBBF-C8D3-77EFC12D2E1F}"/>
                </a:ext>
              </a:extLst>
            </p:cNvPr>
            <p:cNvSpPr txBox="1">
              <a:spLocks/>
            </p:cNvSpPr>
            <p:nvPr/>
          </p:nvSpPr>
          <p:spPr bwMode="auto">
            <a:xfrm>
              <a:off x="306388" y="2598594"/>
              <a:ext cx="4056063" cy="273062"/>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a:solidFill>
                    <a:srgbClr val="FC4024"/>
                  </a:solidFill>
                  <a:latin typeface="+mn-lt"/>
                  <a:cs typeface="Arial" panose="020B0604020202020204" pitchFamily="34" charset="0"/>
                  <a:sym typeface="Webdings" panose="05030102010509060703" pitchFamily="18" charset="2"/>
                </a:rPr>
                <a:t>EXPERIENCE</a:t>
              </a:r>
            </a:p>
          </p:txBody>
        </p:sp>
        <p:cxnSp>
          <p:nvCxnSpPr>
            <p:cNvPr id="96" name="Straight Connector 95">
              <a:extLst>
                <a:ext uri="{FF2B5EF4-FFF2-40B4-BE49-F238E27FC236}">
                  <a16:creationId xmlns:a16="http://schemas.microsoft.com/office/drawing/2014/main" id="{D2AC82E8-5012-0CAF-ACF1-DE9E24B0FF35}"/>
                </a:ext>
              </a:extLst>
            </p:cNvPr>
            <p:cNvCxnSpPr/>
            <p:nvPr/>
          </p:nvCxnSpPr>
          <p:spPr bwMode="auto">
            <a:xfrm>
              <a:off x="382588" y="2831967"/>
              <a:ext cx="3954463" cy="0"/>
            </a:xfrm>
            <a:prstGeom prst="line">
              <a:avLst/>
            </a:prstGeom>
            <a:ln/>
          </p:spPr>
          <p:style>
            <a:lnRef idx="3">
              <a:schemeClr val="dk1"/>
            </a:lnRef>
            <a:fillRef idx="0">
              <a:schemeClr val="dk1"/>
            </a:fillRef>
            <a:effectRef idx="2">
              <a:schemeClr val="dk1"/>
            </a:effectRef>
            <a:fontRef idx="minor">
              <a:schemeClr val="tx1"/>
            </a:fontRef>
          </p:style>
        </p:cxnSp>
        <p:sp>
          <p:nvSpPr>
            <p:cNvPr id="38" name="TextBox 37">
              <a:extLst>
                <a:ext uri="{FF2B5EF4-FFF2-40B4-BE49-F238E27FC236}">
                  <a16:creationId xmlns:a16="http://schemas.microsoft.com/office/drawing/2014/main" id="{502FF65D-3CFE-2912-6D0F-18B1EC8EB8D7}"/>
                </a:ext>
              </a:extLst>
            </p:cNvPr>
            <p:cNvSpPr txBox="1"/>
            <p:nvPr/>
          </p:nvSpPr>
          <p:spPr>
            <a:xfrm>
              <a:off x="352425" y="2871656"/>
              <a:ext cx="3954464" cy="2308324"/>
            </a:xfrm>
            <a:prstGeom prst="rect">
              <a:avLst/>
            </a:prstGeom>
            <a:noFill/>
          </p:spPr>
          <p:txBody>
            <a:bodyPr>
              <a:spAutoFit/>
            </a:bodyPr>
            <a:lstStyle/>
            <a:p>
              <a:pPr>
                <a:defRPr/>
              </a:pPr>
              <a:r>
                <a:rPr lang="en-US" sz="1000" b="1" dirty="0">
                  <a:solidFill>
                    <a:srgbClr val="3C8C4F"/>
                  </a:solidFill>
                  <a:latin typeface="+mn-lt"/>
                  <a:cs typeface="Arial" panose="020B0604020202020204" pitchFamily="34" charset="0"/>
                </a:rPr>
                <a:t>Role description #1</a:t>
              </a:r>
            </a:p>
            <a:p>
              <a:pPr>
                <a:defRPr/>
              </a:pPr>
              <a:r>
                <a:rPr lang="en-US" sz="1000" i="1" dirty="0">
                  <a:latin typeface="+mn-lt"/>
                  <a:cs typeface="Arial" panose="020B0604020202020204" pitchFamily="34" charset="0"/>
                </a:rPr>
                <a:t>Place|  Date</a:t>
              </a:r>
            </a:p>
            <a:p>
              <a:pPr>
                <a:defRPr/>
              </a:pPr>
              <a:r>
                <a:rPr lang="en-US" sz="1000" dirty="0">
                  <a:latin typeface="+mn-lt"/>
                  <a:cs typeface="Arial" panose="020B0604020202020204" pitchFamily="34" charset="0"/>
                </a:rPr>
                <a:t>Description</a:t>
              </a:r>
            </a:p>
            <a:p>
              <a:pPr>
                <a:defRPr/>
              </a:pPr>
              <a:r>
                <a:rPr lang="en-US" sz="800" dirty="0">
                  <a:solidFill>
                    <a:schemeClr val="bg1">
                      <a:lumMod val="65000"/>
                    </a:schemeClr>
                  </a:solidFill>
                  <a:latin typeface="+mn-lt"/>
                  <a:cs typeface="Arial" panose="020B0604020202020204" pitchFamily="34" charset="0"/>
                </a:rPr>
                <a:t>-----------------------------------------------------------------------------------------------------------------</a:t>
              </a:r>
            </a:p>
            <a:p>
              <a:pPr>
                <a:defRPr/>
              </a:pPr>
              <a:r>
                <a:rPr lang="en-US" sz="1000" b="1" dirty="0">
                  <a:solidFill>
                    <a:srgbClr val="3C8C4F"/>
                  </a:solidFill>
                  <a:latin typeface="+mn-lt"/>
                  <a:cs typeface="Arial" panose="020B0604020202020204" pitchFamily="34" charset="0"/>
                </a:rPr>
                <a:t>Role description #2</a:t>
              </a:r>
            </a:p>
            <a:p>
              <a:pPr>
                <a:defRPr/>
              </a:pPr>
              <a:r>
                <a:rPr lang="en-US" sz="1000" i="1" dirty="0">
                  <a:latin typeface="+mn-lt"/>
                  <a:cs typeface="Arial" panose="020B0604020202020204" pitchFamily="34" charset="0"/>
                </a:rPr>
                <a:t>Place|  Date</a:t>
              </a:r>
            </a:p>
            <a:p>
              <a:pPr>
                <a:defRPr/>
              </a:pPr>
              <a:r>
                <a:rPr lang="en-US" sz="1000" dirty="0">
                  <a:latin typeface="+mn-lt"/>
                  <a:cs typeface="Arial" panose="020B0604020202020204" pitchFamily="34" charset="0"/>
                </a:rPr>
                <a:t>Description</a:t>
              </a:r>
            </a:p>
            <a:p>
              <a:pPr>
                <a:defRPr/>
              </a:pPr>
              <a:r>
                <a:rPr lang="en-US" sz="800" dirty="0">
                  <a:solidFill>
                    <a:schemeClr val="bg1">
                      <a:lumMod val="65000"/>
                    </a:schemeClr>
                  </a:solidFill>
                  <a:latin typeface="+mn-lt"/>
                  <a:cs typeface="Arial" panose="020B0604020202020204" pitchFamily="34" charset="0"/>
                </a:rPr>
                <a:t>-----------------------------------------------------------------------------------------------------------------</a:t>
              </a:r>
            </a:p>
            <a:p>
              <a:pPr>
                <a:defRPr/>
              </a:pPr>
              <a:r>
                <a:rPr lang="en-US" sz="1000" b="1" dirty="0">
                  <a:solidFill>
                    <a:srgbClr val="3C8C4F"/>
                  </a:solidFill>
                  <a:latin typeface="+mn-lt"/>
                  <a:cs typeface="Arial" panose="020B0604020202020204" pitchFamily="34" charset="0"/>
                </a:rPr>
                <a:t>Role description #3</a:t>
              </a:r>
            </a:p>
            <a:p>
              <a:pPr>
                <a:defRPr/>
              </a:pPr>
              <a:r>
                <a:rPr lang="en-US" sz="1000" i="1" dirty="0">
                  <a:latin typeface="+mn-lt"/>
                  <a:cs typeface="Arial" panose="020B0604020202020204" pitchFamily="34" charset="0"/>
                </a:rPr>
                <a:t>Place|  Date</a:t>
              </a:r>
            </a:p>
            <a:p>
              <a:pPr>
                <a:defRPr/>
              </a:pPr>
              <a:r>
                <a:rPr lang="en-US" sz="1000" dirty="0">
                  <a:latin typeface="+mn-lt"/>
                  <a:cs typeface="Arial" panose="020B0604020202020204" pitchFamily="34" charset="0"/>
                </a:rPr>
                <a:t>Description</a:t>
              </a:r>
            </a:p>
            <a:p>
              <a:pPr>
                <a:defRPr/>
              </a:pPr>
              <a:r>
                <a:rPr lang="en-US" sz="800" dirty="0">
                  <a:solidFill>
                    <a:schemeClr val="bg1">
                      <a:lumMod val="65000"/>
                    </a:schemeClr>
                  </a:solidFill>
                  <a:latin typeface="+mn-lt"/>
                  <a:cs typeface="Arial" panose="020B0604020202020204" pitchFamily="34" charset="0"/>
                </a:rPr>
                <a:t>-----------------------------------------------------------------------------------------------------------------</a:t>
              </a:r>
            </a:p>
            <a:p>
              <a:pPr>
                <a:defRPr/>
              </a:pPr>
              <a:r>
                <a:rPr lang="en-US" sz="1000" b="1" dirty="0">
                  <a:solidFill>
                    <a:srgbClr val="3C8C4F"/>
                  </a:solidFill>
                  <a:latin typeface="+mn-lt"/>
                  <a:cs typeface="Arial" panose="020B0604020202020204" pitchFamily="34" charset="0"/>
                </a:rPr>
                <a:t>Role description #4</a:t>
              </a:r>
            </a:p>
            <a:p>
              <a:pPr>
                <a:defRPr/>
              </a:pPr>
              <a:r>
                <a:rPr lang="en-US" sz="1000" i="1" dirty="0">
                  <a:latin typeface="+mn-lt"/>
                  <a:cs typeface="Arial" panose="020B0604020202020204" pitchFamily="34" charset="0"/>
                </a:rPr>
                <a:t>Place|  Date</a:t>
              </a:r>
            </a:p>
            <a:p>
              <a:pPr>
                <a:defRPr/>
              </a:pPr>
              <a:r>
                <a:rPr lang="en-US" sz="1000" dirty="0">
                  <a:latin typeface="+mn-lt"/>
                  <a:cs typeface="Arial" panose="020B0604020202020204" pitchFamily="34" charset="0"/>
                </a:rPr>
                <a:t>Description</a:t>
              </a:r>
            </a:p>
          </p:txBody>
        </p:sp>
      </p:grpSp>
      <p:grpSp>
        <p:nvGrpSpPr>
          <p:cNvPr id="4103" name="Group 183">
            <a:extLst>
              <a:ext uri="{FF2B5EF4-FFF2-40B4-BE49-F238E27FC236}">
                <a16:creationId xmlns:a16="http://schemas.microsoft.com/office/drawing/2014/main" id="{5576A95F-00B9-2D48-0589-60AD034C6AD6}"/>
              </a:ext>
            </a:extLst>
          </p:cNvPr>
          <p:cNvGrpSpPr>
            <a:grpSpLocks/>
          </p:cNvGrpSpPr>
          <p:nvPr/>
        </p:nvGrpSpPr>
        <p:grpSpPr bwMode="auto">
          <a:xfrm>
            <a:off x="252413" y="2670175"/>
            <a:ext cx="7215187" cy="911225"/>
            <a:chOff x="252414" y="1687532"/>
            <a:chExt cx="7215186" cy="910948"/>
          </a:xfrm>
        </p:grpSpPr>
        <p:sp>
          <p:nvSpPr>
            <p:cNvPr id="4120" name="Text Placeholder 4">
              <a:extLst>
                <a:ext uri="{FF2B5EF4-FFF2-40B4-BE49-F238E27FC236}">
                  <a16:creationId xmlns:a16="http://schemas.microsoft.com/office/drawing/2014/main" id="{4B8D7C3E-9A92-AF01-47F3-6358F56FCCCB}"/>
                </a:ext>
              </a:extLst>
            </p:cNvPr>
            <p:cNvSpPr txBox="1">
              <a:spLocks/>
            </p:cNvSpPr>
            <p:nvPr/>
          </p:nvSpPr>
          <p:spPr bwMode="auto">
            <a:xfrm>
              <a:off x="252414" y="1687532"/>
              <a:ext cx="2346325" cy="271380"/>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a:solidFill>
                    <a:srgbClr val="FC4024"/>
                  </a:solidFill>
                  <a:latin typeface="+mn-lt"/>
                  <a:cs typeface="Arial" panose="020B0604020202020204" pitchFamily="34" charset="0"/>
                  <a:sym typeface="Webdings" panose="05030102010509060703" pitchFamily="18" charset="2"/>
                </a:rPr>
                <a:t>KEY SKILLS</a:t>
              </a:r>
            </a:p>
          </p:txBody>
        </p:sp>
        <p:cxnSp>
          <p:nvCxnSpPr>
            <p:cNvPr id="186" name="Straight Connector 185">
              <a:extLst>
                <a:ext uri="{FF2B5EF4-FFF2-40B4-BE49-F238E27FC236}">
                  <a16:creationId xmlns:a16="http://schemas.microsoft.com/office/drawing/2014/main" id="{D2780642-6A07-33E8-0B14-DA842AA5D1B1}"/>
                </a:ext>
              </a:extLst>
            </p:cNvPr>
            <p:cNvCxnSpPr/>
            <p:nvPr/>
          </p:nvCxnSpPr>
          <p:spPr bwMode="auto">
            <a:xfrm>
              <a:off x="352426" y="1950977"/>
              <a:ext cx="2538413" cy="7936"/>
            </a:xfrm>
            <a:prstGeom prst="line">
              <a:avLst/>
            </a:prstGeom>
            <a:ln/>
          </p:spPr>
          <p:style>
            <a:lnRef idx="3">
              <a:schemeClr val="dk1"/>
            </a:lnRef>
            <a:fillRef idx="0">
              <a:schemeClr val="dk1"/>
            </a:fillRef>
            <a:effectRef idx="2">
              <a:schemeClr val="dk1"/>
            </a:effectRef>
            <a:fontRef idx="minor">
              <a:schemeClr val="tx1"/>
            </a:fontRef>
          </p:style>
        </p:cxnSp>
        <p:sp>
          <p:nvSpPr>
            <p:cNvPr id="4122" name="Text Placeholder 6">
              <a:extLst>
                <a:ext uri="{FF2B5EF4-FFF2-40B4-BE49-F238E27FC236}">
                  <a16:creationId xmlns:a16="http://schemas.microsoft.com/office/drawing/2014/main" id="{BC28BBE7-DB93-6C2F-6653-51A51F0A5B47}"/>
                </a:ext>
              </a:extLst>
            </p:cNvPr>
            <p:cNvSpPr txBox="1">
              <a:spLocks noChangeArrowheads="1"/>
            </p:cNvSpPr>
            <p:nvPr/>
          </p:nvSpPr>
          <p:spPr bwMode="auto">
            <a:xfrm>
              <a:off x="269876" y="1982717"/>
              <a:ext cx="7197724" cy="615763"/>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en-US" altLang="en-US" sz="1000" dirty="0">
                  <a:latin typeface="+mn-lt"/>
                  <a:cs typeface="Arial" panose="020B0604020202020204" pitchFamily="34" charset="0"/>
                </a:rPr>
                <a:t>Describe people skills here Describe people skills here Describe people skills here Describe people skills here Describe people skills here Describe people skills here Describe people skills here Describe people skills here Describe people skills here Describe people skills here Describe people skills here Describe people skills here Describe people skills here Describe people skills here Describe people skills here</a:t>
              </a:r>
              <a:endParaRPr lang="en-US" altLang="en-US" sz="1000" b="1" dirty="0">
                <a:latin typeface="+mn-lt"/>
              </a:endParaRPr>
            </a:p>
          </p:txBody>
        </p:sp>
      </p:grpSp>
      <p:grpSp>
        <p:nvGrpSpPr>
          <p:cNvPr id="4104" name="Group 3">
            <a:extLst>
              <a:ext uri="{FF2B5EF4-FFF2-40B4-BE49-F238E27FC236}">
                <a16:creationId xmlns:a16="http://schemas.microsoft.com/office/drawing/2014/main" id="{A9C8DC5B-D06D-0703-5F1C-DDE464D95869}"/>
              </a:ext>
            </a:extLst>
          </p:cNvPr>
          <p:cNvGrpSpPr>
            <a:grpSpLocks/>
          </p:cNvGrpSpPr>
          <p:nvPr/>
        </p:nvGrpSpPr>
        <p:grpSpPr bwMode="auto">
          <a:xfrm>
            <a:off x="4638675" y="3735388"/>
            <a:ext cx="2724150" cy="5848350"/>
            <a:chOff x="4638675" y="3735388"/>
            <a:chExt cx="2724148" cy="5847603"/>
          </a:xfrm>
        </p:grpSpPr>
        <p:grpSp>
          <p:nvGrpSpPr>
            <p:cNvPr id="4105" name="Group 1">
              <a:extLst>
                <a:ext uri="{FF2B5EF4-FFF2-40B4-BE49-F238E27FC236}">
                  <a16:creationId xmlns:a16="http://schemas.microsoft.com/office/drawing/2014/main" id="{1AB0A6FF-13CD-499A-2141-5E0D5E1D454B}"/>
                </a:ext>
              </a:extLst>
            </p:cNvPr>
            <p:cNvGrpSpPr>
              <a:grpSpLocks/>
            </p:cNvGrpSpPr>
            <p:nvPr/>
          </p:nvGrpSpPr>
          <p:grpSpPr bwMode="auto">
            <a:xfrm>
              <a:off x="4638675" y="3735388"/>
              <a:ext cx="2724148" cy="5181600"/>
              <a:chOff x="4638675" y="3735388"/>
              <a:chExt cx="2724148" cy="5181655"/>
            </a:xfrm>
          </p:grpSpPr>
          <p:grpSp>
            <p:nvGrpSpPr>
              <p:cNvPr id="4109" name="Group 4155">
                <a:extLst>
                  <a:ext uri="{FF2B5EF4-FFF2-40B4-BE49-F238E27FC236}">
                    <a16:creationId xmlns:a16="http://schemas.microsoft.com/office/drawing/2014/main" id="{3D331AB4-DA03-1939-293A-402C27F119CC}"/>
                  </a:ext>
                </a:extLst>
              </p:cNvPr>
              <p:cNvGrpSpPr>
                <a:grpSpLocks/>
              </p:cNvGrpSpPr>
              <p:nvPr/>
            </p:nvGrpSpPr>
            <p:grpSpPr bwMode="auto">
              <a:xfrm>
                <a:off x="4638675" y="3735388"/>
                <a:ext cx="2628899" cy="5181655"/>
                <a:chOff x="4638674" y="3735830"/>
                <a:chExt cx="2628899" cy="5180864"/>
              </a:xfrm>
            </p:grpSpPr>
            <p:grpSp>
              <p:nvGrpSpPr>
                <p:cNvPr id="4112" name="Group 4151">
                  <a:extLst>
                    <a:ext uri="{FF2B5EF4-FFF2-40B4-BE49-F238E27FC236}">
                      <a16:creationId xmlns:a16="http://schemas.microsoft.com/office/drawing/2014/main" id="{F7A47F33-4563-78F9-3FC2-BB966AB40090}"/>
                    </a:ext>
                  </a:extLst>
                </p:cNvPr>
                <p:cNvGrpSpPr>
                  <a:grpSpLocks/>
                </p:cNvGrpSpPr>
                <p:nvPr/>
              </p:nvGrpSpPr>
              <p:grpSpPr bwMode="auto">
                <a:xfrm>
                  <a:off x="4638674" y="6583402"/>
                  <a:ext cx="2628899" cy="271423"/>
                  <a:chOff x="4638674" y="6583402"/>
                  <a:chExt cx="2628899" cy="271423"/>
                </a:xfrm>
              </p:grpSpPr>
              <p:sp>
                <p:nvSpPr>
                  <p:cNvPr id="4118" name="Text Placeholder 4">
                    <a:extLst>
                      <a:ext uri="{FF2B5EF4-FFF2-40B4-BE49-F238E27FC236}">
                        <a16:creationId xmlns:a16="http://schemas.microsoft.com/office/drawing/2014/main" id="{FE8F7F99-BE55-FAE3-86E1-C030FC3F6AA6}"/>
                      </a:ext>
                    </a:extLst>
                  </p:cNvPr>
                  <p:cNvSpPr txBox="1">
                    <a:spLocks/>
                  </p:cNvSpPr>
                  <p:nvPr/>
                </p:nvSpPr>
                <p:spPr bwMode="auto">
                  <a:xfrm>
                    <a:off x="4638674" y="6583037"/>
                    <a:ext cx="2346323" cy="271389"/>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LANGUAGES</a:t>
                    </a:r>
                  </a:p>
                </p:txBody>
              </p:sp>
              <p:cxnSp>
                <p:nvCxnSpPr>
                  <p:cNvPr id="189" name="Straight Connector 188">
                    <a:extLst>
                      <a:ext uri="{FF2B5EF4-FFF2-40B4-BE49-F238E27FC236}">
                        <a16:creationId xmlns:a16="http://schemas.microsoft.com/office/drawing/2014/main" id="{5A0B75A2-A1D7-95AF-7D04-4BBA92FEABFA}"/>
                      </a:ext>
                    </a:extLst>
                  </p:cNvPr>
                  <p:cNvCxnSpPr>
                    <a:cxnSpLocks/>
                  </p:cNvCxnSpPr>
                  <p:nvPr/>
                </p:nvCxnSpPr>
                <p:spPr bwMode="auto">
                  <a:xfrm>
                    <a:off x="4733924" y="6814750"/>
                    <a:ext cx="2533648" cy="6348"/>
                  </a:xfrm>
                  <a:prstGeom prst="line">
                    <a:avLst/>
                  </a:prstGeom>
                  <a:ln/>
                </p:spPr>
                <p:style>
                  <a:lnRef idx="3">
                    <a:schemeClr val="dk1"/>
                  </a:lnRef>
                  <a:fillRef idx="0">
                    <a:schemeClr val="dk1"/>
                  </a:fillRef>
                  <a:effectRef idx="2">
                    <a:schemeClr val="dk1"/>
                  </a:effectRef>
                  <a:fontRef idx="minor">
                    <a:schemeClr val="tx1"/>
                  </a:fontRef>
                </p:style>
              </p:cxnSp>
            </p:grpSp>
            <p:grpSp>
              <p:nvGrpSpPr>
                <p:cNvPr id="4113" name="Group 4150">
                  <a:extLst>
                    <a:ext uri="{FF2B5EF4-FFF2-40B4-BE49-F238E27FC236}">
                      <a16:creationId xmlns:a16="http://schemas.microsoft.com/office/drawing/2014/main" id="{3A9707DA-DFCA-D424-836E-2BAB8AA66079}"/>
                    </a:ext>
                  </a:extLst>
                </p:cNvPr>
                <p:cNvGrpSpPr>
                  <a:grpSpLocks/>
                </p:cNvGrpSpPr>
                <p:nvPr/>
              </p:nvGrpSpPr>
              <p:grpSpPr bwMode="auto">
                <a:xfrm>
                  <a:off x="4638674" y="8210357"/>
                  <a:ext cx="2628899" cy="706337"/>
                  <a:chOff x="4638674" y="8210357"/>
                  <a:chExt cx="2628899" cy="706337"/>
                </a:xfrm>
              </p:grpSpPr>
              <p:sp>
                <p:nvSpPr>
                  <p:cNvPr id="4111" name="Text Placeholder 4">
                    <a:extLst>
                      <a:ext uri="{FF2B5EF4-FFF2-40B4-BE49-F238E27FC236}">
                        <a16:creationId xmlns:a16="http://schemas.microsoft.com/office/drawing/2014/main" id="{534E9BF3-9F0C-C175-1585-7F4626048FF6}"/>
                      </a:ext>
                    </a:extLst>
                  </p:cNvPr>
                  <p:cNvSpPr txBox="1">
                    <a:spLocks/>
                  </p:cNvSpPr>
                  <p:nvPr/>
                </p:nvSpPr>
                <p:spPr bwMode="auto">
                  <a:xfrm>
                    <a:off x="4638674" y="8209785"/>
                    <a:ext cx="2354261" cy="271390"/>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EDUCATION</a:t>
                    </a:r>
                  </a:p>
                </p:txBody>
              </p:sp>
              <p:sp>
                <p:nvSpPr>
                  <p:cNvPr id="3" name="TextBox 187">
                    <a:extLst>
                      <a:ext uri="{FF2B5EF4-FFF2-40B4-BE49-F238E27FC236}">
                        <a16:creationId xmlns:a16="http://schemas.microsoft.com/office/drawing/2014/main" id="{B4259341-D694-11D1-B436-3DB3374CA4D4}"/>
                      </a:ext>
                    </a:extLst>
                  </p:cNvPr>
                  <p:cNvSpPr txBox="1">
                    <a:spLocks noChangeArrowheads="1"/>
                  </p:cNvSpPr>
                  <p:nvPr/>
                </p:nvSpPr>
                <p:spPr bwMode="auto">
                  <a:xfrm>
                    <a:off x="4657724" y="8516090"/>
                    <a:ext cx="2576511" cy="399942"/>
                  </a:xfrm>
                  <a:prstGeom prst="rect">
                    <a:avLst/>
                  </a:prstGeom>
                  <a:noFill/>
                  <a:ln>
                    <a:noFill/>
                  </a:ln>
                </p:spPr>
                <p:txBody>
                  <a:bodyPr>
                    <a:spAutoFit/>
                  </a:bodyPr>
                  <a:lstStyle/>
                  <a:p>
                    <a:pPr>
                      <a:defRPr/>
                    </a:pPr>
                    <a:r>
                      <a:rPr lang="en-US" altLang="en-US" sz="1000" b="1" dirty="0">
                        <a:solidFill>
                          <a:srgbClr val="3C8C4F"/>
                        </a:solidFill>
                        <a:latin typeface="+mn-lt"/>
                        <a:cs typeface="Arial" panose="020B0604020202020204" pitchFamily="34" charset="0"/>
                      </a:rPr>
                      <a:t>Place, CO</a:t>
                    </a:r>
                  </a:p>
                  <a:p>
                    <a:pPr>
                      <a:defRPr/>
                    </a:pPr>
                    <a:r>
                      <a:rPr lang="en-US" altLang="en-US" sz="1000" dirty="0">
                        <a:latin typeface="+mn-lt"/>
                        <a:cs typeface="Arial" panose="020B0604020202020204" pitchFamily="34" charset="0"/>
                      </a:rPr>
                      <a:t>Description</a:t>
                    </a:r>
                  </a:p>
                </p:txBody>
              </p:sp>
              <p:cxnSp>
                <p:nvCxnSpPr>
                  <p:cNvPr id="190" name="Straight Connector 189">
                    <a:extLst>
                      <a:ext uri="{FF2B5EF4-FFF2-40B4-BE49-F238E27FC236}">
                        <a16:creationId xmlns:a16="http://schemas.microsoft.com/office/drawing/2014/main" id="{8C31A5F9-A9FF-891C-699E-1D856F68C5B5}"/>
                      </a:ext>
                    </a:extLst>
                  </p:cNvPr>
                  <p:cNvCxnSpPr>
                    <a:cxnSpLocks/>
                  </p:cNvCxnSpPr>
                  <p:nvPr/>
                </p:nvCxnSpPr>
                <p:spPr bwMode="auto">
                  <a:xfrm>
                    <a:off x="4733924" y="8433563"/>
                    <a:ext cx="2533648" cy="6348"/>
                  </a:xfrm>
                  <a:prstGeom prst="line">
                    <a:avLst/>
                  </a:prstGeom>
                  <a:ln/>
                </p:spPr>
                <p:style>
                  <a:lnRef idx="3">
                    <a:schemeClr val="dk1"/>
                  </a:lnRef>
                  <a:fillRef idx="0">
                    <a:schemeClr val="dk1"/>
                  </a:fillRef>
                  <a:effectRef idx="2">
                    <a:schemeClr val="dk1"/>
                  </a:effectRef>
                  <a:fontRef idx="minor">
                    <a:schemeClr val="tx1"/>
                  </a:fontRef>
                </p:style>
              </p:cxnSp>
            </p:grpSp>
            <p:grpSp>
              <p:nvGrpSpPr>
                <p:cNvPr id="4114" name="Group 197">
                  <a:extLst>
                    <a:ext uri="{FF2B5EF4-FFF2-40B4-BE49-F238E27FC236}">
                      <a16:creationId xmlns:a16="http://schemas.microsoft.com/office/drawing/2014/main" id="{01DB479A-A660-388E-9B95-ED06EB7FCF0E}"/>
                    </a:ext>
                  </a:extLst>
                </p:cNvPr>
                <p:cNvGrpSpPr>
                  <a:grpSpLocks/>
                </p:cNvGrpSpPr>
                <p:nvPr/>
              </p:nvGrpSpPr>
              <p:grpSpPr bwMode="auto">
                <a:xfrm>
                  <a:off x="4638674" y="3735830"/>
                  <a:ext cx="2628898" cy="2847207"/>
                  <a:chOff x="4638674" y="3735830"/>
                  <a:chExt cx="2628898" cy="2847207"/>
                </a:xfrm>
              </p:grpSpPr>
              <p:sp>
                <p:nvSpPr>
                  <p:cNvPr id="199" name="Text Placeholder 6">
                    <a:extLst>
                      <a:ext uri="{FF2B5EF4-FFF2-40B4-BE49-F238E27FC236}">
                        <a16:creationId xmlns:a16="http://schemas.microsoft.com/office/drawing/2014/main" id="{7EFF7A43-B1E6-643C-E797-3CEE887FB9C9}"/>
                      </a:ext>
                    </a:extLst>
                  </p:cNvPr>
                  <p:cNvSpPr txBox="1">
                    <a:spLocks/>
                  </p:cNvSpPr>
                  <p:nvPr/>
                </p:nvSpPr>
                <p:spPr bwMode="auto">
                  <a:xfrm>
                    <a:off x="4657724" y="4105617"/>
                    <a:ext cx="2562223" cy="2477420"/>
                  </a:xfrm>
                  <a:prstGeom prst="rect">
                    <a:avLst/>
                  </a:prstGeom>
                  <a:noFill/>
                  <a:ln>
                    <a:noFill/>
                  </a:ln>
                </p:spPr>
                <p:txBody>
                  <a:bodyPr/>
                  <a:lstStyle>
                    <a:lvl1pPr marL="0" indent="0" algn="l" defTabSz="755650" rtl="0" eaLnBrk="0" fontAlgn="base" hangingPunct="0">
                      <a:lnSpc>
                        <a:spcPct val="90000"/>
                      </a:lnSpc>
                      <a:spcBef>
                        <a:spcPts val="825"/>
                      </a:spcBef>
                      <a:spcAft>
                        <a:spcPct val="0"/>
                      </a:spcAft>
                      <a:buFont typeface="Arial" panose="020B0604020202020204" pitchFamily="34" charset="0"/>
                      <a:buNone/>
                      <a:defRPr sz="1984" b="1" kern="1200">
                        <a:solidFill>
                          <a:schemeClr val="tx1"/>
                        </a:solidFill>
                        <a:latin typeface="+mn-lt"/>
                        <a:ea typeface="+mn-ea"/>
                        <a:cs typeface="+mn-cs"/>
                      </a:defRPr>
                    </a:lvl1pPr>
                    <a:lvl2pPr marL="377967" indent="0" algn="l" defTabSz="755650" rtl="0" eaLnBrk="0" fontAlgn="base" hangingPunct="0">
                      <a:lnSpc>
                        <a:spcPct val="90000"/>
                      </a:lnSpc>
                      <a:spcBef>
                        <a:spcPts val="413"/>
                      </a:spcBef>
                      <a:spcAft>
                        <a:spcPct val="0"/>
                      </a:spcAft>
                      <a:buFont typeface="Arial" panose="020B0604020202020204" pitchFamily="34" charset="0"/>
                      <a:buNone/>
                      <a:defRPr sz="1653" b="1" kern="1200">
                        <a:solidFill>
                          <a:schemeClr val="tx1"/>
                        </a:solidFill>
                        <a:latin typeface="+mn-lt"/>
                        <a:ea typeface="+mn-ea"/>
                        <a:cs typeface="+mn-cs"/>
                      </a:defRPr>
                    </a:lvl2pPr>
                    <a:lvl3pPr marL="755934" indent="0" algn="l" defTabSz="755650" rtl="0" eaLnBrk="0" fontAlgn="base" hangingPunct="0">
                      <a:lnSpc>
                        <a:spcPct val="90000"/>
                      </a:lnSpc>
                      <a:spcBef>
                        <a:spcPts val="413"/>
                      </a:spcBef>
                      <a:spcAft>
                        <a:spcPct val="0"/>
                      </a:spcAft>
                      <a:buFont typeface="Arial" panose="020B0604020202020204" pitchFamily="34" charset="0"/>
                      <a:buNone/>
                      <a:defRPr sz="1488" b="1" kern="1200">
                        <a:solidFill>
                          <a:schemeClr val="tx1"/>
                        </a:solidFill>
                        <a:latin typeface="+mn-lt"/>
                        <a:ea typeface="+mn-ea"/>
                        <a:cs typeface="+mn-cs"/>
                      </a:defRPr>
                    </a:lvl3pPr>
                    <a:lvl4pPr marL="1133902" indent="0" algn="l" defTabSz="755650" rtl="0" eaLnBrk="0" fontAlgn="base" hangingPunct="0">
                      <a:lnSpc>
                        <a:spcPct val="90000"/>
                      </a:lnSpc>
                      <a:spcBef>
                        <a:spcPts val="413"/>
                      </a:spcBef>
                      <a:spcAft>
                        <a:spcPct val="0"/>
                      </a:spcAft>
                      <a:buFont typeface="Arial" panose="020B0604020202020204" pitchFamily="34" charset="0"/>
                      <a:buNone/>
                      <a:defRPr sz="1323" b="1" kern="1200">
                        <a:solidFill>
                          <a:schemeClr val="tx1"/>
                        </a:solidFill>
                        <a:latin typeface="+mn-lt"/>
                        <a:ea typeface="+mn-ea"/>
                        <a:cs typeface="+mn-cs"/>
                      </a:defRPr>
                    </a:lvl4pPr>
                    <a:lvl5pPr marL="1511869" indent="0" algn="l" defTabSz="755650" rtl="0" eaLnBrk="0" fontAlgn="base" hangingPunct="0">
                      <a:lnSpc>
                        <a:spcPct val="90000"/>
                      </a:lnSpc>
                      <a:spcBef>
                        <a:spcPts val="413"/>
                      </a:spcBef>
                      <a:spcAft>
                        <a:spcPct val="0"/>
                      </a:spcAft>
                      <a:buFont typeface="Arial" panose="020B0604020202020204" pitchFamily="34" charset="0"/>
                      <a:buNone/>
                      <a:defRPr sz="1323" b="1" kern="1200">
                        <a:solidFill>
                          <a:schemeClr val="tx1"/>
                        </a:solidFill>
                        <a:latin typeface="+mn-lt"/>
                        <a:ea typeface="+mn-ea"/>
                        <a:cs typeface="+mn-cs"/>
                      </a:defRPr>
                    </a:lvl5pPr>
                    <a:lvl6pPr marL="1889836"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6pPr>
                    <a:lvl7pPr marL="2267803"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7pPr>
                    <a:lvl8pPr marL="2645771"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8pPr>
                    <a:lvl9pPr marL="3023738"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9pPr>
                  </a:lstStyle>
                  <a:p>
                    <a:pPr defTabSz="755934" eaLnBrk="1" fontAlgn="auto" hangingPunct="1">
                      <a:lnSpc>
                        <a:spcPct val="100000"/>
                      </a:lnSpc>
                      <a:spcBef>
                        <a:spcPts val="0"/>
                      </a:spcBef>
                      <a:spcAft>
                        <a:spcPts val="0"/>
                      </a:spcAft>
                      <a:defRPr/>
                    </a:pPr>
                    <a:r>
                      <a:rPr lang="en-US" sz="1100" b="0" dirty="0">
                        <a:cs typeface="Arial" panose="020B0604020202020204" pitchFamily="34" charset="0"/>
                      </a:rPr>
                      <a:t>Training or certification name</a:t>
                    </a:r>
                  </a:p>
                  <a:p>
                    <a:pPr defTabSz="755934" eaLnBrk="1" fontAlgn="auto" hangingPunct="1">
                      <a:lnSpc>
                        <a:spcPct val="100000"/>
                      </a:lnSpc>
                      <a:spcBef>
                        <a:spcPts val="0"/>
                      </a:spcBef>
                      <a:spcAft>
                        <a:spcPts val="0"/>
                      </a:spcAft>
                      <a:defRPr/>
                    </a:pPr>
                    <a:r>
                      <a:rPr lang="en-US" sz="700" b="0" dirty="0">
                        <a:cs typeface="Arial" panose="020B0604020202020204" pitchFamily="34" charset="0"/>
                      </a:rPr>
                      <a:t> </a:t>
                    </a:r>
                    <a:r>
                      <a:rPr lang="fr-BE" sz="700" b="0" dirty="0">
                        <a:cs typeface="Arial" panose="020B0604020202020204" pitchFamily="34" charset="0"/>
                      </a:rPr>
                      <a:t>      date</a:t>
                    </a:r>
                  </a:p>
                  <a:p>
                    <a:pPr defTabSz="755934" eaLnBrk="1" fontAlgn="auto" hangingPunct="1">
                      <a:lnSpc>
                        <a:spcPct val="100000"/>
                      </a:lnSpc>
                      <a:spcBef>
                        <a:spcPts val="0"/>
                      </a:spcBef>
                      <a:spcAft>
                        <a:spcPts val="0"/>
                      </a:spcAft>
                      <a:defRPr/>
                    </a:pPr>
                    <a:r>
                      <a:rPr lang="fr-BE" sz="800" dirty="0">
                        <a:solidFill>
                          <a:schemeClr val="bg1">
                            <a:lumMod val="85000"/>
                          </a:scheme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Training or certification name</a:t>
                    </a:r>
                  </a:p>
                  <a:p>
                    <a:pPr defTabSz="755934" eaLnBrk="1" fontAlgn="auto" hangingPunct="1">
                      <a:lnSpc>
                        <a:spcPct val="100000"/>
                      </a:lnSpc>
                      <a:spcBef>
                        <a:spcPts val="0"/>
                      </a:spcBef>
                      <a:spcAft>
                        <a:spcPts val="0"/>
                      </a:spcAft>
                      <a:defRPr/>
                    </a:pPr>
                    <a:r>
                      <a:rPr lang="en-US" sz="800" b="0" dirty="0">
                        <a:cs typeface="Arial" panose="020B0604020202020204" pitchFamily="34" charset="0"/>
                      </a:rPr>
                      <a:t> </a:t>
                    </a:r>
                    <a:r>
                      <a:rPr lang="fr-BE" sz="800" b="0" dirty="0">
                        <a:cs typeface="Arial" panose="020B0604020202020204" pitchFamily="34" charset="0"/>
                      </a:rPr>
                      <a:t>      date</a:t>
                    </a:r>
                  </a:p>
                  <a:p>
                    <a:pPr defTabSz="755934" eaLnBrk="1" fontAlgn="auto" hangingPunct="1">
                      <a:lnSpc>
                        <a:spcPct val="100000"/>
                      </a:lnSpc>
                      <a:spcBef>
                        <a:spcPts val="0"/>
                      </a:spcBef>
                      <a:spcAft>
                        <a:spcPts val="0"/>
                      </a:spcAft>
                      <a:buFontTx/>
                      <a:buNone/>
                      <a:defRPr/>
                    </a:pPr>
                    <a:r>
                      <a:rPr lang="fr-BE" sz="8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Training or certification name</a:t>
                    </a:r>
                  </a:p>
                  <a:p>
                    <a:pPr defTabSz="755934" eaLnBrk="1" fontAlgn="auto" hangingPunct="1">
                      <a:lnSpc>
                        <a:spcPct val="100000"/>
                      </a:lnSpc>
                      <a:spcBef>
                        <a:spcPts val="0"/>
                      </a:spcBef>
                      <a:spcAft>
                        <a:spcPts val="0"/>
                      </a:spcAft>
                      <a:defRPr/>
                    </a:pPr>
                    <a:r>
                      <a:rPr lang="en-US" sz="800" b="0" dirty="0">
                        <a:cs typeface="Arial" panose="020B0604020202020204" pitchFamily="34" charset="0"/>
                      </a:rPr>
                      <a:t> </a:t>
                    </a:r>
                    <a:r>
                      <a:rPr lang="fr-BE" sz="800" b="0" dirty="0">
                        <a:cs typeface="Arial" panose="020B0604020202020204" pitchFamily="34" charset="0"/>
                      </a:rPr>
                      <a:t>      date</a:t>
                    </a:r>
                  </a:p>
                  <a:p>
                    <a:pPr defTabSz="755934" eaLnBrk="1" fontAlgn="auto" hangingPunct="1">
                      <a:lnSpc>
                        <a:spcPct val="100000"/>
                      </a:lnSpc>
                      <a:spcBef>
                        <a:spcPts val="0"/>
                      </a:spcBef>
                      <a:spcAft>
                        <a:spcPts val="0"/>
                      </a:spcAft>
                      <a:buFontTx/>
                      <a:buNone/>
                      <a:defRPr/>
                    </a:pPr>
                    <a:r>
                      <a:rPr lang="fr-BE" sz="8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Training or certification name</a:t>
                    </a:r>
                  </a:p>
                  <a:p>
                    <a:pPr defTabSz="755934" eaLnBrk="1" fontAlgn="auto" hangingPunct="1">
                      <a:lnSpc>
                        <a:spcPct val="100000"/>
                      </a:lnSpc>
                      <a:spcBef>
                        <a:spcPts val="0"/>
                      </a:spcBef>
                      <a:spcAft>
                        <a:spcPts val="0"/>
                      </a:spcAft>
                      <a:defRPr/>
                    </a:pPr>
                    <a:r>
                      <a:rPr lang="en-US" sz="800" b="0" dirty="0">
                        <a:cs typeface="Arial" panose="020B0604020202020204" pitchFamily="34" charset="0"/>
                      </a:rPr>
                      <a:t> </a:t>
                    </a:r>
                    <a:r>
                      <a:rPr lang="fr-BE" sz="800" b="0" dirty="0">
                        <a:cs typeface="Arial" panose="020B0604020202020204" pitchFamily="34" charset="0"/>
                      </a:rPr>
                      <a:t>      date</a:t>
                    </a:r>
                  </a:p>
                  <a:p>
                    <a:pPr defTabSz="755934" eaLnBrk="1" fontAlgn="auto" hangingPunct="1">
                      <a:lnSpc>
                        <a:spcPct val="100000"/>
                      </a:lnSpc>
                      <a:spcBef>
                        <a:spcPts val="0"/>
                      </a:spcBef>
                      <a:spcAft>
                        <a:spcPts val="0"/>
                      </a:spcAft>
                      <a:buFontTx/>
                      <a:buNone/>
                      <a:defRPr/>
                    </a:pPr>
                    <a:r>
                      <a:rPr lang="fr-BE" sz="8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Training or certification name</a:t>
                    </a:r>
                  </a:p>
                  <a:p>
                    <a:pPr defTabSz="755934" eaLnBrk="1" fontAlgn="auto" hangingPunct="1">
                      <a:lnSpc>
                        <a:spcPct val="100000"/>
                      </a:lnSpc>
                      <a:spcBef>
                        <a:spcPts val="0"/>
                      </a:spcBef>
                      <a:spcAft>
                        <a:spcPts val="0"/>
                      </a:spcAft>
                      <a:defRPr/>
                    </a:pPr>
                    <a:r>
                      <a:rPr lang="en-US" sz="800" b="0" dirty="0">
                        <a:cs typeface="Arial" panose="020B0604020202020204" pitchFamily="34" charset="0"/>
                      </a:rPr>
                      <a:t> </a:t>
                    </a:r>
                    <a:r>
                      <a:rPr lang="fr-BE" sz="800" b="0" dirty="0">
                        <a:cs typeface="Arial" panose="020B0604020202020204" pitchFamily="34" charset="0"/>
                      </a:rPr>
                      <a:t>      date</a:t>
                    </a:r>
                  </a:p>
                  <a:p>
                    <a:pPr defTabSz="755934" eaLnBrk="1" fontAlgn="auto" hangingPunct="1">
                      <a:lnSpc>
                        <a:spcPct val="100000"/>
                      </a:lnSpc>
                      <a:spcBef>
                        <a:spcPts val="0"/>
                      </a:spcBef>
                      <a:spcAft>
                        <a:spcPts val="0"/>
                      </a:spcAft>
                      <a:buFontTx/>
                      <a:buNone/>
                      <a:defRPr/>
                    </a:pPr>
                    <a:r>
                      <a:rPr lang="fr-BE" sz="8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Training or certification name</a:t>
                    </a:r>
                  </a:p>
                  <a:p>
                    <a:pPr defTabSz="755934" eaLnBrk="1" fontAlgn="auto" hangingPunct="1">
                      <a:lnSpc>
                        <a:spcPct val="100000"/>
                      </a:lnSpc>
                      <a:spcBef>
                        <a:spcPts val="0"/>
                      </a:spcBef>
                      <a:spcAft>
                        <a:spcPts val="0"/>
                      </a:spcAft>
                      <a:defRPr/>
                    </a:pPr>
                    <a:r>
                      <a:rPr lang="en-US" sz="800" b="0" dirty="0">
                        <a:cs typeface="Arial" panose="020B0604020202020204" pitchFamily="34" charset="0"/>
                      </a:rPr>
                      <a:t> </a:t>
                    </a:r>
                    <a:r>
                      <a:rPr lang="fr-BE" sz="800" b="0" dirty="0">
                        <a:cs typeface="Arial" panose="020B0604020202020204" pitchFamily="34" charset="0"/>
                      </a:rPr>
                      <a:t>      date</a:t>
                    </a:r>
                  </a:p>
                  <a:p>
                    <a:pPr defTabSz="755934" eaLnBrk="1" fontAlgn="auto" hangingPunct="1">
                      <a:lnSpc>
                        <a:spcPts val="0"/>
                      </a:lnSpc>
                      <a:spcBef>
                        <a:spcPts val="0"/>
                      </a:spcBef>
                      <a:spcAft>
                        <a:spcPts val="300"/>
                      </a:spcAft>
                      <a:defRPr/>
                    </a:pPr>
                    <a:endParaRPr lang="fr-BE" sz="800" b="0" dirty="0">
                      <a:cs typeface="Arial" panose="020B0604020202020204" pitchFamily="34" charset="0"/>
                    </a:endParaRPr>
                  </a:p>
                </p:txBody>
              </p:sp>
              <p:cxnSp>
                <p:nvCxnSpPr>
                  <p:cNvPr id="200" name="Straight Connector 199">
                    <a:extLst>
                      <a:ext uri="{FF2B5EF4-FFF2-40B4-BE49-F238E27FC236}">
                        <a16:creationId xmlns:a16="http://schemas.microsoft.com/office/drawing/2014/main" id="{C6AB7136-4DE1-A985-510F-4562ADC4CA79}"/>
                      </a:ext>
                    </a:extLst>
                  </p:cNvPr>
                  <p:cNvCxnSpPr>
                    <a:cxnSpLocks/>
                  </p:cNvCxnSpPr>
                  <p:nvPr/>
                </p:nvCxnSpPr>
                <p:spPr bwMode="auto">
                  <a:xfrm>
                    <a:off x="4733924" y="3973891"/>
                    <a:ext cx="2533648" cy="6348"/>
                  </a:xfrm>
                  <a:prstGeom prst="line">
                    <a:avLst/>
                  </a:prstGeom>
                  <a:ln/>
                </p:spPr>
                <p:style>
                  <a:lnRef idx="3">
                    <a:schemeClr val="dk1"/>
                  </a:lnRef>
                  <a:fillRef idx="0">
                    <a:schemeClr val="dk1"/>
                  </a:fillRef>
                  <a:effectRef idx="2">
                    <a:schemeClr val="dk1"/>
                  </a:effectRef>
                  <a:fontRef idx="minor">
                    <a:schemeClr val="tx1"/>
                  </a:fontRef>
                </p:style>
              </p:cxnSp>
              <p:sp>
                <p:nvSpPr>
                  <p:cNvPr id="2" name="Text Placeholder 4">
                    <a:extLst>
                      <a:ext uri="{FF2B5EF4-FFF2-40B4-BE49-F238E27FC236}">
                        <a16:creationId xmlns:a16="http://schemas.microsoft.com/office/drawing/2014/main" id="{8F2D16FB-9C47-A7E1-9318-A663BE4CDA19}"/>
                      </a:ext>
                    </a:extLst>
                  </p:cNvPr>
                  <p:cNvSpPr txBox="1">
                    <a:spLocks/>
                  </p:cNvSpPr>
                  <p:nvPr/>
                </p:nvSpPr>
                <p:spPr bwMode="auto">
                  <a:xfrm>
                    <a:off x="4638674" y="3735830"/>
                    <a:ext cx="2346323" cy="271389"/>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CERTIFICATIONS</a:t>
                    </a:r>
                  </a:p>
                </p:txBody>
              </p:sp>
            </p:grpSp>
          </p:grpSp>
          <p:sp>
            <p:nvSpPr>
              <p:cNvPr id="33" name="TextBox 32">
                <a:extLst>
                  <a:ext uri="{FF2B5EF4-FFF2-40B4-BE49-F238E27FC236}">
                    <a16:creationId xmlns:a16="http://schemas.microsoft.com/office/drawing/2014/main" id="{D503F8D7-29B9-53DC-44E7-E8B8E170F951}"/>
                  </a:ext>
                </a:extLst>
              </p:cNvPr>
              <p:cNvSpPr txBox="1"/>
              <p:nvPr/>
            </p:nvSpPr>
            <p:spPr bwMode="auto">
              <a:xfrm>
                <a:off x="4657725" y="6837000"/>
                <a:ext cx="1198562" cy="1415884"/>
              </a:xfrm>
              <a:prstGeom prst="rect">
                <a:avLst/>
              </a:prstGeom>
              <a:noFill/>
            </p:spPr>
            <p:txBody>
              <a:bodyPr anchor="ctr">
                <a:spAutoFit/>
              </a:bodyPr>
              <a:lstStyle/>
              <a:p>
                <a:pPr defTabSz="586552" eaLnBrk="1" fontAlgn="auto" hangingPunct="1">
                  <a:spcBef>
                    <a:spcPts val="0"/>
                  </a:spcBef>
                  <a:spcAft>
                    <a:spcPts val="0"/>
                  </a:spcAft>
                  <a:defRPr/>
                </a:pPr>
                <a:r>
                  <a:rPr lang="fr-BE" sz="1000" dirty="0">
                    <a:latin typeface="+mn-lt"/>
                    <a:cs typeface="Arial" panose="020B0604020202020204" pitchFamily="34" charset="0"/>
                  </a:rPr>
                  <a:t>Native </a:t>
                </a:r>
                <a:r>
                  <a:rPr lang="fr-BE" sz="1000" dirty="0" err="1">
                    <a:latin typeface="+mn-lt"/>
                    <a:cs typeface="Arial" panose="020B0604020202020204" pitchFamily="34" charset="0"/>
                  </a:rPr>
                  <a:t>Language</a:t>
                </a:r>
                <a:endParaRPr lang="fr-BE" sz="1000" dirty="0">
                  <a:latin typeface="+mn-lt"/>
                  <a:cs typeface="Arial" panose="020B0604020202020204" pitchFamily="34" charset="0"/>
                </a:endParaRPr>
              </a:p>
              <a:p>
                <a:pPr defTabSz="586552" eaLnBrk="1" fontAlgn="auto" hangingPunct="1">
                  <a:spcBef>
                    <a:spcPts val="0"/>
                  </a:spcBef>
                  <a:spcAft>
                    <a:spcPts val="0"/>
                  </a:spcAft>
                  <a:defRPr/>
                </a:pPr>
                <a:r>
                  <a:rPr lang="fr-BE" sz="700" dirty="0">
                    <a:solidFill>
                      <a:schemeClr val="bg1">
                        <a:lumMod val="65000"/>
                      </a:schemeClr>
                    </a:solidFill>
                    <a:latin typeface="+mn-lt"/>
                    <a:cs typeface="Arial" panose="020B0604020202020204" pitchFamily="34" charset="0"/>
                  </a:rPr>
                  <a:t>Native</a:t>
                </a:r>
              </a:p>
              <a:p>
                <a:pPr defTabSz="586552" eaLnBrk="1" fontAlgn="auto" hangingPunct="1">
                  <a:spcBef>
                    <a:spcPts val="0"/>
                  </a:spcBef>
                  <a:spcAft>
                    <a:spcPts val="0"/>
                  </a:spcAft>
                  <a:defRPr/>
                </a:pPr>
                <a:r>
                  <a:rPr lang="fr-BE" sz="1000" dirty="0" err="1">
                    <a:latin typeface="+mn-lt"/>
                    <a:cs typeface="Arial" panose="020B0604020202020204" pitchFamily="34" charset="0"/>
                  </a:rPr>
                  <a:t>Spoken</a:t>
                </a:r>
                <a:r>
                  <a:rPr lang="fr-BE" sz="1000" dirty="0">
                    <a:latin typeface="+mn-lt"/>
                    <a:cs typeface="Arial" panose="020B0604020202020204" pitchFamily="34" charset="0"/>
                  </a:rPr>
                  <a:t> #1</a:t>
                </a:r>
              </a:p>
              <a:p>
                <a:pPr defTabSz="586552" eaLnBrk="1" fontAlgn="auto" hangingPunct="1">
                  <a:spcBef>
                    <a:spcPts val="0"/>
                  </a:spcBef>
                  <a:spcAft>
                    <a:spcPts val="0"/>
                  </a:spcAft>
                  <a:defRPr/>
                </a:pPr>
                <a:r>
                  <a:rPr lang="fr-BE" sz="700" dirty="0">
                    <a:solidFill>
                      <a:schemeClr val="bg1">
                        <a:lumMod val="65000"/>
                      </a:schemeClr>
                    </a:solidFill>
                    <a:latin typeface="+mn-lt"/>
                    <a:cs typeface="Arial" panose="020B0604020202020204" pitchFamily="34" charset="0"/>
                  </a:rPr>
                  <a:t>Fluent</a:t>
                </a:r>
                <a:endParaRPr lang="fr-BE" sz="900" dirty="0">
                  <a:solidFill>
                    <a:schemeClr val="bg1">
                      <a:lumMod val="65000"/>
                    </a:schemeClr>
                  </a:solidFill>
                  <a:latin typeface="+mn-lt"/>
                  <a:cs typeface="Arial" panose="020B0604020202020204" pitchFamily="34" charset="0"/>
                </a:endParaRPr>
              </a:p>
              <a:p>
                <a:pPr defTabSz="586552" eaLnBrk="1" fontAlgn="auto" hangingPunct="1">
                  <a:spcBef>
                    <a:spcPts val="0"/>
                  </a:spcBef>
                  <a:spcAft>
                    <a:spcPts val="0"/>
                  </a:spcAft>
                  <a:defRPr/>
                </a:pPr>
                <a:r>
                  <a:rPr lang="fr-BE" sz="1000" dirty="0" err="1">
                    <a:latin typeface="+mn-lt"/>
                    <a:cs typeface="Arial" panose="020B0604020202020204" pitchFamily="34" charset="0"/>
                  </a:rPr>
                  <a:t>Spoken</a:t>
                </a:r>
                <a:r>
                  <a:rPr lang="fr-BE" sz="1000" dirty="0">
                    <a:latin typeface="+mn-lt"/>
                    <a:cs typeface="Arial" panose="020B0604020202020204" pitchFamily="34" charset="0"/>
                  </a:rPr>
                  <a:t> #2</a:t>
                </a:r>
              </a:p>
              <a:p>
                <a:pPr defTabSz="586552" eaLnBrk="1" fontAlgn="auto" hangingPunct="1">
                  <a:spcBef>
                    <a:spcPts val="0"/>
                  </a:spcBef>
                  <a:spcAft>
                    <a:spcPts val="0"/>
                  </a:spcAft>
                  <a:defRPr/>
                </a:pPr>
                <a:r>
                  <a:rPr lang="en-US" sz="700" dirty="0">
                    <a:solidFill>
                      <a:schemeClr val="bg1">
                        <a:lumMod val="65000"/>
                      </a:schemeClr>
                    </a:solidFill>
                    <a:latin typeface="+mn-lt"/>
                    <a:cs typeface="Arial" panose="020B0604020202020204" pitchFamily="34" charset="0"/>
                  </a:rPr>
                  <a:t>Advanced</a:t>
                </a:r>
              </a:p>
              <a:p>
                <a:pPr defTabSz="586552" eaLnBrk="1" fontAlgn="auto" hangingPunct="1">
                  <a:spcBef>
                    <a:spcPts val="0"/>
                  </a:spcBef>
                  <a:spcAft>
                    <a:spcPts val="0"/>
                  </a:spcAft>
                  <a:defRPr/>
                </a:pPr>
                <a:r>
                  <a:rPr lang="fr-BE" sz="1000" dirty="0" err="1">
                    <a:latin typeface="+mn-lt"/>
                    <a:cs typeface="Arial" panose="020B0604020202020204" pitchFamily="34" charset="0"/>
                  </a:rPr>
                  <a:t>Spoken</a:t>
                </a:r>
                <a:r>
                  <a:rPr lang="fr-BE" sz="1000" dirty="0">
                    <a:latin typeface="+mn-lt"/>
                    <a:cs typeface="Arial" panose="020B0604020202020204" pitchFamily="34" charset="0"/>
                  </a:rPr>
                  <a:t> #3</a:t>
                </a:r>
              </a:p>
              <a:p>
                <a:pPr defTabSz="586552" eaLnBrk="1" fontAlgn="auto" hangingPunct="1">
                  <a:spcBef>
                    <a:spcPts val="0"/>
                  </a:spcBef>
                  <a:spcAft>
                    <a:spcPts val="0"/>
                  </a:spcAft>
                  <a:defRPr/>
                </a:pPr>
                <a:r>
                  <a:rPr lang="en-US" sz="800" dirty="0">
                    <a:solidFill>
                      <a:schemeClr val="bg1">
                        <a:lumMod val="65000"/>
                      </a:schemeClr>
                    </a:solidFill>
                    <a:latin typeface="+mn-lt"/>
                    <a:cs typeface="Arial" panose="020B0604020202020204" pitchFamily="34" charset="0"/>
                  </a:rPr>
                  <a:t>Intermediate</a:t>
                </a:r>
                <a:endParaRPr lang="fr-BE" sz="1000" dirty="0">
                  <a:latin typeface="+mn-lt"/>
                  <a:cs typeface="Arial" panose="020B0604020202020204" pitchFamily="34" charset="0"/>
                </a:endParaRPr>
              </a:p>
              <a:p>
                <a:pPr defTabSz="586552" eaLnBrk="1" fontAlgn="auto" hangingPunct="1">
                  <a:spcBef>
                    <a:spcPts val="0"/>
                  </a:spcBef>
                  <a:spcAft>
                    <a:spcPts val="0"/>
                  </a:spcAft>
                  <a:defRPr/>
                </a:pPr>
                <a:r>
                  <a:rPr lang="fr-BE" sz="1000" dirty="0" err="1">
                    <a:latin typeface="+mn-lt"/>
                    <a:cs typeface="Arial" panose="020B0604020202020204" pitchFamily="34" charset="0"/>
                  </a:rPr>
                  <a:t>Spoken</a:t>
                </a:r>
                <a:r>
                  <a:rPr lang="fr-BE" sz="1000" dirty="0">
                    <a:latin typeface="+mn-lt"/>
                    <a:cs typeface="Arial" panose="020B0604020202020204" pitchFamily="34" charset="0"/>
                  </a:rPr>
                  <a:t> #4</a:t>
                </a:r>
              </a:p>
              <a:p>
                <a:pPr defTabSz="586552" eaLnBrk="1" fontAlgn="auto" hangingPunct="1">
                  <a:spcBef>
                    <a:spcPts val="0"/>
                  </a:spcBef>
                  <a:spcAft>
                    <a:spcPts val="0"/>
                  </a:spcAft>
                  <a:defRPr/>
                </a:pPr>
                <a:r>
                  <a:rPr lang="en-US" sz="700" dirty="0">
                    <a:solidFill>
                      <a:schemeClr val="bg1">
                        <a:lumMod val="65000"/>
                      </a:schemeClr>
                    </a:solidFill>
                    <a:latin typeface="+mn-lt"/>
                    <a:cs typeface="Arial" panose="020B0604020202020204" pitchFamily="34" charset="0"/>
                  </a:rPr>
                  <a:t>Notions</a:t>
                </a:r>
              </a:p>
            </p:txBody>
          </p:sp>
          <p:sp>
            <p:nvSpPr>
              <p:cNvPr id="34" name="TextBox 33">
                <a:extLst>
                  <a:ext uri="{FF2B5EF4-FFF2-40B4-BE49-F238E27FC236}">
                    <a16:creationId xmlns:a16="http://schemas.microsoft.com/office/drawing/2014/main" id="{DF5C6788-2A3A-0E31-72C2-3D004C1E2497}"/>
                  </a:ext>
                </a:extLst>
              </p:cNvPr>
              <p:cNvSpPr txBox="1"/>
              <p:nvPr/>
            </p:nvSpPr>
            <p:spPr bwMode="auto">
              <a:xfrm>
                <a:off x="6048374" y="6794142"/>
                <a:ext cx="1314449" cy="1374614"/>
              </a:xfrm>
              <a:prstGeom prst="rect">
                <a:avLst/>
              </a:prstGeom>
              <a:noFill/>
            </p:spPr>
            <p:txBody>
              <a:bodyPr anchor="ctr">
                <a:spAutoFit/>
              </a:bodyPr>
              <a:lstStyle/>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p>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r>
                  <a:rPr lang="fr-BE" sz="1600" dirty="0">
                    <a:latin typeface="+mn-lt"/>
                    <a:sym typeface="Webdings" panose="05030102010509060703" pitchFamily="18" charset="2"/>
                  </a:rPr>
                  <a:t>●</a:t>
                </a:r>
              </a:p>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r>
                  <a:rPr lang="fr-BE" sz="1600" dirty="0">
                    <a:latin typeface="+mn-lt"/>
                    <a:sym typeface="Webdings" panose="05030102010509060703" pitchFamily="18" charset="2"/>
                  </a:rPr>
                  <a:t>●●</a:t>
                </a:r>
                <a:endParaRPr lang="en-US" sz="1600" dirty="0">
                  <a:latin typeface="+mn-lt"/>
                </a:endParaRPr>
              </a:p>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r>
                  <a:rPr lang="fr-BE" sz="1600" dirty="0">
                    <a:latin typeface="+mn-lt"/>
                    <a:sym typeface="Webdings" panose="05030102010509060703" pitchFamily="18" charset="2"/>
                  </a:rPr>
                  <a:t>●●●</a:t>
                </a:r>
              </a:p>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r>
                  <a:rPr lang="fr-BE" sz="1600" dirty="0">
                    <a:latin typeface="+mn-lt"/>
                    <a:sym typeface="Webdings" panose="05030102010509060703" pitchFamily="18" charset="2"/>
                  </a:rPr>
                  <a:t>●●●●</a:t>
                </a:r>
                <a:endParaRPr lang="en-US" sz="1600" dirty="0">
                  <a:latin typeface="+mn-lt"/>
                </a:endParaRPr>
              </a:p>
            </p:txBody>
          </p:sp>
        </p:grpSp>
        <p:sp>
          <p:nvSpPr>
            <p:cNvPr id="32" name="Text Placeholder 4">
              <a:extLst>
                <a:ext uri="{FF2B5EF4-FFF2-40B4-BE49-F238E27FC236}">
                  <a16:creationId xmlns:a16="http://schemas.microsoft.com/office/drawing/2014/main" id="{A356CC57-AE77-4963-B305-8F008A17EAF3}"/>
                </a:ext>
              </a:extLst>
            </p:cNvPr>
            <p:cNvSpPr txBox="1">
              <a:spLocks/>
            </p:cNvSpPr>
            <p:nvPr/>
          </p:nvSpPr>
          <p:spPr bwMode="auto">
            <a:xfrm>
              <a:off x="4638675" y="8911564"/>
              <a:ext cx="2162173" cy="266666"/>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en-BE" altLang="en-US" sz="1600" b="1" dirty="0">
                  <a:solidFill>
                    <a:srgbClr val="FC4024"/>
                  </a:solidFill>
                  <a:latin typeface="+mn-lt"/>
                  <a:cs typeface="Arial" panose="020B0604020202020204" pitchFamily="34" charset="0"/>
                  <a:sym typeface="Webdings" panose="05030102010509060703" pitchFamily="18" charset="2"/>
                </a:rPr>
                <a:t>PUBLICATIONS</a:t>
              </a:r>
              <a:endParaRPr lang="fr-BE" altLang="en-US" sz="1600" b="1" dirty="0">
                <a:solidFill>
                  <a:srgbClr val="FC4024"/>
                </a:solidFill>
                <a:latin typeface="+mn-lt"/>
                <a:cs typeface="Arial" panose="020B0604020202020204" pitchFamily="34" charset="0"/>
                <a:sym typeface="Webdings" panose="05030102010509060703" pitchFamily="18" charset="2"/>
              </a:endParaRPr>
            </a:p>
          </p:txBody>
        </p:sp>
        <p:sp>
          <p:nvSpPr>
            <p:cNvPr id="35" name="TextBox 187">
              <a:extLst>
                <a:ext uri="{FF2B5EF4-FFF2-40B4-BE49-F238E27FC236}">
                  <a16:creationId xmlns:a16="http://schemas.microsoft.com/office/drawing/2014/main" id="{8909B4D2-0224-B8E1-FD95-B95B4B246590}"/>
                </a:ext>
              </a:extLst>
            </p:cNvPr>
            <p:cNvSpPr txBox="1">
              <a:spLocks noChangeArrowheads="1"/>
            </p:cNvSpPr>
            <p:nvPr/>
          </p:nvSpPr>
          <p:spPr bwMode="auto">
            <a:xfrm>
              <a:off x="4657725" y="9182992"/>
              <a:ext cx="2576511" cy="399999"/>
            </a:xfrm>
            <a:prstGeom prst="rect">
              <a:avLst/>
            </a:prstGeom>
            <a:noFill/>
            <a:ln>
              <a:noFill/>
            </a:ln>
          </p:spPr>
          <p:txBody>
            <a:bodyPr>
              <a:spAutoFit/>
            </a:bodyPr>
            <a:lstStyle/>
            <a:p>
              <a:pPr>
                <a:defRPr/>
              </a:pPr>
              <a:r>
                <a:rPr lang="en-BE" altLang="en-US" sz="1000" b="1" dirty="0">
                  <a:solidFill>
                    <a:srgbClr val="3C8C4F"/>
                  </a:solidFill>
                  <a:latin typeface="+mn-lt"/>
                  <a:cs typeface="Arial" panose="020B0604020202020204" pitchFamily="34" charset="0"/>
                </a:rPr>
                <a:t>DATE</a:t>
              </a:r>
              <a:endParaRPr lang="en-US" altLang="en-US" sz="1000" b="1" dirty="0">
                <a:solidFill>
                  <a:srgbClr val="3C8C4F"/>
                </a:solidFill>
                <a:latin typeface="+mn-lt"/>
                <a:cs typeface="Arial" panose="020B0604020202020204" pitchFamily="34" charset="0"/>
              </a:endParaRPr>
            </a:p>
            <a:p>
              <a:pPr>
                <a:defRPr/>
              </a:pPr>
              <a:r>
                <a:rPr lang="en-BE" altLang="en-US" sz="1000" dirty="0">
                  <a:latin typeface="+mn-lt"/>
                  <a:cs typeface="Arial" panose="020B0604020202020204" pitchFamily="34" charset="0"/>
                </a:rPr>
                <a:t>Description</a:t>
              </a:r>
              <a:endParaRPr lang="en-US" altLang="en-US" sz="1000" dirty="0">
                <a:latin typeface="+mn-lt"/>
                <a:cs typeface="Arial" panose="020B0604020202020204" pitchFamily="34" charset="0"/>
              </a:endParaRPr>
            </a:p>
          </p:txBody>
        </p:sp>
        <p:cxnSp>
          <p:nvCxnSpPr>
            <p:cNvPr id="36" name="Straight Connector 35">
              <a:extLst>
                <a:ext uri="{FF2B5EF4-FFF2-40B4-BE49-F238E27FC236}">
                  <a16:creationId xmlns:a16="http://schemas.microsoft.com/office/drawing/2014/main" id="{F56263D9-F837-393A-CE75-F9077D62B45A}"/>
                </a:ext>
              </a:extLst>
            </p:cNvPr>
            <p:cNvCxnSpPr>
              <a:cxnSpLocks/>
            </p:cNvCxnSpPr>
            <p:nvPr/>
          </p:nvCxnSpPr>
          <p:spPr bwMode="auto">
            <a:xfrm>
              <a:off x="4733925" y="9135373"/>
              <a:ext cx="2533648" cy="6349"/>
            </a:xfrm>
            <a:prstGeom prst="line">
              <a:avLst/>
            </a:prstGeom>
            <a:ln/>
          </p:spPr>
          <p:style>
            <a:lnRef idx="3">
              <a:schemeClr val="dk1"/>
            </a:lnRef>
            <a:fillRef idx="0">
              <a:schemeClr val="dk1"/>
            </a:fillRef>
            <a:effectRef idx="2">
              <a:schemeClr val="dk1"/>
            </a:effectRef>
            <a:fontRef idx="minor">
              <a:schemeClr val="tx1"/>
            </a:fontRef>
          </p:style>
        </p:cxnSp>
      </p:gr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81D0B4FE41DD48BF84063C11558E18" ma:contentTypeVersion="16" ma:contentTypeDescription="Create a new document." ma:contentTypeScope="" ma:versionID="1422d971d5dc85db8f38b3af21150547">
  <xsd:schema xmlns:xsd="http://www.w3.org/2001/XMLSchema" xmlns:xs="http://www.w3.org/2001/XMLSchema" xmlns:p="http://schemas.microsoft.com/office/2006/metadata/properties" xmlns:ns1="http://schemas.microsoft.com/sharepoint/v3" xmlns:ns2="5e141fa0-dccb-43e4-8338-105660ae6835" xmlns:ns3="eaa0a2d1-148b-4f35-9759-c7110bd220cb" targetNamespace="http://schemas.microsoft.com/office/2006/metadata/properties" ma:root="true" ma:fieldsID="8c10f13f6a51d42e8d8d9ce577f29ce0" ns1:_="" ns2:_="" ns3:_="">
    <xsd:import namespace="http://schemas.microsoft.com/sharepoint/v3"/>
    <xsd:import namespace="5e141fa0-dccb-43e4-8338-105660ae6835"/>
    <xsd:import namespace="eaa0a2d1-148b-4f35-9759-c7110bd220cb"/>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DateTake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141fa0-dccb-43e4-8338-105660ae68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101172-0cdf-4a4d-852d-90099e45c58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a0a2d1-148b-4f35-9759-c7110bd220c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6d5065d-ac3f-40c5-9448-7a476aa9875c}" ma:internalName="TaxCatchAll" ma:showField="CatchAllData" ma:web="eaa0a2d1-148b-4f35-9759-c7110bd220cb">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LongProperties xmlns="http://schemas.microsoft.com/office/2006/metadata/longProperties"/>
</file>

<file path=customXml/itemProps1.xml><?xml version="1.0" encoding="utf-8"?>
<ds:datastoreItem xmlns:ds="http://schemas.openxmlformats.org/officeDocument/2006/customXml" ds:itemID="{26170A32-6A54-432F-B04B-F0745DC842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e141fa0-dccb-43e4-8338-105660ae6835"/>
    <ds:schemaRef ds:uri="eaa0a2d1-148b-4f35-9759-c7110bd220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144B4D0-43EA-46C2-87FD-5DB2FB91A8F5}">
  <ds:schemaRefs>
    <ds:schemaRef ds:uri="http://schemas.microsoft.com/sharepoint/v3/contenttype/forms"/>
  </ds:schemaRefs>
</ds:datastoreItem>
</file>

<file path=customXml/itemProps3.xml><?xml version="1.0" encoding="utf-8"?>
<ds:datastoreItem xmlns:ds="http://schemas.openxmlformats.org/officeDocument/2006/customXml" ds:itemID="{82E353F4-DF46-472D-9FA2-9D3346712A19}">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1368</TotalTime>
  <Words>236</Words>
  <Application>Microsoft Macintosh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Arial</vt:lpstr>
      <vt:lpstr>Calibri Light</vt:lpstr>
      <vt:lpstr>Webdings</vt:lpstr>
      <vt:lpstr>Office Theme</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ADMINIBM</dc:creator>
  <cp:lastModifiedBy>Nagarjuna Reddy</cp:lastModifiedBy>
  <cp:revision>72</cp:revision>
  <dcterms:created xsi:type="dcterms:W3CDTF">2017-03-21T16:18:41Z</dcterms:created>
  <dcterms:modified xsi:type="dcterms:W3CDTF">2026-03-23T14:40:55Z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CatchAll">
    <vt:lpwstr/>
  </property>
</Properties>
</file>